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0" r:id="rId2"/>
  </p:sldMasterIdLst>
  <p:notesMasterIdLst>
    <p:notesMasterId r:id="rId14"/>
  </p:notesMasterIdLst>
  <p:sldIdLst>
    <p:sldId id="330" r:id="rId3"/>
    <p:sldId id="259" r:id="rId4"/>
    <p:sldId id="325" r:id="rId5"/>
    <p:sldId id="326" r:id="rId6"/>
    <p:sldId id="327" r:id="rId7"/>
    <p:sldId id="328" r:id="rId8"/>
    <p:sldId id="331" r:id="rId9"/>
    <p:sldId id="332" r:id="rId10"/>
    <p:sldId id="329" r:id="rId11"/>
    <p:sldId id="295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9D8CEB87-9C8E-4E6F-BA34-651FC864EB92}">
          <p14:sldIdLst>
            <p14:sldId id="330"/>
          </p14:sldIdLst>
        </p14:section>
        <p14:section name="Sponsors" id="{2CC34DB2-6590-42C0-AD4B-A04C6060184E}">
          <p14:sldIdLst>
            <p14:sldId id="259"/>
            <p14:sldId id="325"/>
          </p14:sldIdLst>
        </p14:section>
        <p14:section name="Content" id="{D0C28320-B138-40FC-803E-282E81BC236B}">
          <p14:sldIdLst>
            <p14:sldId id="326"/>
            <p14:sldId id="327"/>
            <p14:sldId id="328"/>
            <p14:sldId id="331"/>
            <p14:sldId id="332"/>
            <p14:sldId id="329"/>
          </p14:sldIdLst>
        </p14:section>
        <p14:section name="Ending" id="{40438540-D5F8-47EC-B1E3-0407946D06ED}">
          <p14:sldIdLst>
            <p14:sldId id="295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D9"/>
    <a:srgbClr val="2DC8FF"/>
    <a:srgbClr val="0088B8"/>
    <a:srgbClr val="0091C4"/>
    <a:srgbClr val="D2B4A6"/>
    <a:srgbClr val="734F29"/>
    <a:srgbClr val="D24726"/>
    <a:srgbClr val="DD462F"/>
    <a:srgbClr val="AEB785"/>
    <a:srgbClr val="EFD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83185" autoAdjust="0"/>
  </p:normalViewPr>
  <p:slideViewPr>
    <p:cSldViewPr snapToGrid="0">
      <p:cViewPr varScale="1">
        <p:scale>
          <a:sx n="72" d="100"/>
          <a:sy n="72" d="100"/>
        </p:scale>
        <p:origin x="1061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Carlos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7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Carlos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47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895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38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613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jpe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209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42200" cy="6858000"/>
          </a:xfrm>
          <a:prstGeom prst="diagStripe">
            <a:avLst>
              <a:gd name="adj" fmla="val 36214"/>
            </a:avLst>
          </a:prstGeom>
        </p:spPr>
        <p:txBody>
          <a:bodyPr/>
          <a:lstStyle/>
          <a:p>
            <a:endParaRPr lang="es-E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89400" y="1955800"/>
            <a:ext cx="8318500" cy="2443208"/>
          </a:xfrm>
          <a:prstGeom prst="parallelogram">
            <a:avLst>
              <a:gd name="adj" fmla="val 104515"/>
            </a:avLst>
          </a:prstGeom>
        </p:spPr>
        <p:txBody>
          <a:bodyPr anchor="b">
            <a:normAutofit/>
          </a:bodyPr>
          <a:lstStyle>
            <a:lvl1pPr algn="l">
              <a:defRPr sz="4400" baseline="0">
                <a:solidFill>
                  <a:srgbClr val="2DC8FF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Session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089400" y="4484627"/>
            <a:ext cx="7858174" cy="454791"/>
          </a:xfr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Speaker </a:t>
            </a:r>
            <a:r>
              <a:rPr lang="es-ES" dirty="0" err="1"/>
              <a:t>Name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39094" y="5541264"/>
            <a:ext cx="1808480" cy="131673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Company /</a:t>
            </a:r>
            <a:r>
              <a:rPr lang="es-ES" dirty="0" err="1"/>
              <a:t>Community</a:t>
            </a:r>
            <a:r>
              <a:rPr lang="es-ES" dirty="0"/>
              <a:t> Logo</a:t>
            </a:r>
            <a:endParaRPr lang="en-US" dirty="0"/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140407" y="5541264"/>
            <a:ext cx="1808480" cy="131673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Company /</a:t>
            </a:r>
            <a:r>
              <a:rPr lang="es-ES" dirty="0" err="1"/>
              <a:t>Community</a:t>
            </a:r>
            <a:r>
              <a:rPr lang="es-ES" dirty="0"/>
              <a:t> Logo</a:t>
            </a:r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2"/>
          </p:nvPr>
        </p:nvSpPr>
        <p:spPr>
          <a:xfrm>
            <a:off x="4089400" y="5015618"/>
            <a:ext cx="7858174" cy="44161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 lang="en-US" sz="2000" smtClean="0"/>
            </a:lvl2pPr>
            <a:lvl3pPr>
              <a:defRPr lang="en-US" sz="1800" smtClean="0"/>
            </a:lvl3pPr>
            <a:lvl4pPr>
              <a:defRPr lang="en-US" sz="1600" smtClean="0"/>
            </a:lvl4pPr>
            <a:lvl5pPr>
              <a:defRPr lang="en-US" sz="1600"/>
            </a:lvl5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8061723" y="301726"/>
            <a:ext cx="2551484" cy="4670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baseline="0">
                <a:solidFill>
                  <a:srgbClr val="00B0F0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 algn="r"/>
            <a:r>
              <a:rPr lang="es-ES" sz="3200" dirty="0"/>
              <a:t>#</a:t>
            </a:r>
            <a:r>
              <a:rPr lang="es-ES" sz="3200" dirty="0" err="1"/>
              <a:t>GlobalAzure</a:t>
            </a:r>
            <a:endParaRPr lang="en-US" sz="3200" dirty="0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6141720" y="5541264"/>
            <a:ext cx="1808480" cy="1316736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Company /</a:t>
            </a:r>
            <a:r>
              <a:rPr lang="es-ES" dirty="0" err="1"/>
              <a:t>Community</a:t>
            </a:r>
            <a:r>
              <a:rPr lang="es-ES" dirty="0"/>
              <a:t> Logo</a:t>
            </a:r>
            <a:endParaRPr lang="en-US" dirty="0"/>
          </a:p>
        </p:txBody>
      </p:sp>
      <p:pic>
        <p:nvPicPr>
          <p:cNvPr id="1026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00816">
            <a:off x="229159" y="590145"/>
            <a:ext cx="2326693" cy="157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 userDrawn="1"/>
        </p:nvSpPr>
        <p:spPr>
          <a:xfrm>
            <a:off x="7869268" y="810055"/>
            <a:ext cx="2551484" cy="52913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baseline="0">
                <a:solidFill>
                  <a:srgbClr val="00B0F0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 algn="r"/>
            <a:r>
              <a:rPr lang="es-ES" sz="3200" dirty="0"/>
              <a:t>@</a:t>
            </a:r>
            <a:r>
              <a:rPr lang="es-ES" sz="3200" dirty="0" err="1"/>
              <a:t>CAT_zure</a:t>
            </a:r>
            <a:endParaRPr lang="en-US" sz="3200" dirty="0"/>
          </a:p>
        </p:txBody>
      </p:sp>
      <p:pic>
        <p:nvPicPr>
          <p:cNvPr id="1028" name="Picture 4" descr="Resultado de imagen de barcelona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48891">
            <a:off x="20399" y="1679456"/>
            <a:ext cx="6457173" cy="246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ATzure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0072" y="1797"/>
            <a:ext cx="1648120" cy="164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291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641" y="1322388"/>
            <a:ext cx="11079159" cy="4351338"/>
          </a:xfrm>
        </p:spPr>
        <p:txBody>
          <a:bodyPr/>
          <a:lstStyle>
            <a:lvl1pPr marL="228600" indent="-228600">
              <a:buClr>
                <a:srgbClr val="00B0F0"/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>
              <a:buClr>
                <a:srgbClr val="00B0F0"/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>
              <a:buClr>
                <a:srgbClr val="00B0F0"/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>
              <a:buClr>
                <a:srgbClr val="00B0F0"/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>
              <a:buClr>
                <a:srgbClr val="00B0F0"/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274641" y="0"/>
            <a:ext cx="11917359" cy="851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-217581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Content title</a:t>
            </a:r>
          </a:p>
        </p:txBody>
      </p:sp>
      <p:pic>
        <p:nvPicPr>
          <p:cNvPr id="8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200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 Non-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641" y="1825625"/>
            <a:ext cx="11079159" cy="4351338"/>
          </a:xfrm>
        </p:spPr>
        <p:txBody>
          <a:bodyPr/>
          <a:lstStyle>
            <a:lvl1pPr marL="0" indent="0">
              <a:buClr>
                <a:srgbClr val="00B0F0"/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Clr>
                <a:srgbClr val="00B0F0"/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914400" indent="0">
              <a:buClr>
                <a:srgbClr val="00B0F0"/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1371600" indent="0">
              <a:buClr>
                <a:srgbClr val="00B0F0"/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1828800" indent="0">
              <a:buClr>
                <a:srgbClr val="00B0F0"/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Content title</a:t>
            </a:r>
          </a:p>
        </p:txBody>
      </p:sp>
      <p:pic>
        <p:nvPicPr>
          <p:cNvPr id="9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996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641" y="1825625"/>
            <a:ext cx="11079159" cy="4351338"/>
          </a:xfrm>
        </p:spPr>
        <p:txBody>
          <a:bodyPr/>
          <a:lstStyle>
            <a:lvl1pPr marL="228600" indent="-22860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Char char="■"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rgbClr val="00B0F0"/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Content title</a:t>
            </a:r>
          </a:p>
        </p:txBody>
      </p:sp>
      <p:pic>
        <p:nvPicPr>
          <p:cNvPr id="9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625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 Non-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641" y="1825625"/>
            <a:ext cx="11079159" cy="4351338"/>
          </a:xfrm>
        </p:spPr>
        <p:txBody>
          <a:bodyPr/>
          <a:lstStyle>
            <a:lvl1pPr marL="0" indent="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914400" indent="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1371600" indent="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1828800" indent="0">
              <a:buClr>
                <a:schemeClr val="bg1">
                  <a:lumMod val="85000"/>
                </a:schemeClr>
              </a:buClr>
              <a:buSzPct val="90000"/>
              <a:buFont typeface="Segoe UI Light" panose="020B0502040204020203" pitchFamily="34" charset="0"/>
              <a:buNone/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rgbClr val="00B0F0"/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Content title</a:t>
            </a:r>
          </a:p>
        </p:txBody>
      </p:sp>
      <p:pic>
        <p:nvPicPr>
          <p:cNvPr id="9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285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rgbClr val="00B0F0"/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Code title</a:t>
            </a:r>
          </a:p>
        </p:txBody>
      </p:sp>
      <p:sp>
        <p:nvSpPr>
          <p:cNvPr id="8" name="Text Placeholder 4"/>
          <p:cNvSpPr txBox="1">
            <a:spLocks/>
          </p:cNvSpPr>
          <p:nvPr userDrawn="1"/>
        </p:nvSpPr>
        <p:spPr>
          <a:xfrm>
            <a:off x="274640" y="1825625"/>
            <a:ext cx="11079159" cy="392699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1pPr>
            <a:lvl2pPr marL="254782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2pPr>
            <a:lvl3pPr marL="42979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3pPr>
            <a:lvl4pPr marL="598855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4pPr>
            <a:lvl5pPr marL="772678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itchFamily="49" charset="0"/>
                <a:ea typeface="+mn-ea"/>
                <a:cs typeface="Consolas" pitchFamily="49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6479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Summary 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41" y="2124075"/>
            <a:ext cx="3568154" cy="3334723"/>
          </a:xfrm>
          <a:solidFill>
            <a:srgbClr val="0088B8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4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spcBef>
                <a:spcPts val="1080"/>
              </a:spcBef>
              <a:buNone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231707" indent="0">
              <a:buNone/>
              <a:tabLst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460239" indent="0"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685598" indent="0">
              <a:buNone/>
              <a:tabLst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030143" y="2124074"/>
            <a:ext cx="3568154" cy="3334723"/>
          </a:xfrm>
          <a:solidFill>
            <a:srgbClr val="00B0F0"/>
          </a:solidFill>
          <a:ln>
            <a:noFill/>
          </a:ln>
        </p:spPr>
        <p:txBody>
          <a:bodyPr wrap="square" tIns="146304" bIns="146304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4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spcBef>
                <a:spcPts val="1080"/>
              </a:spcBef>
              <a:buNone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231707" indent="0">
              <a:buNone/>
              <a:tabLst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460239" indent="0"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685598" indent="0">
              <a:buNone/>
              <a:tabLst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7785645" y="2124074"/>
            <a:ext cx="3609838" cy="3334723"/>
          </a:xfrm>
          <a:solidFill>
            <a:srgbClr val="2DC8FF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4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spcBef>
                <a:spcPts val="1080"/>
              </a:spcBef>
              <a:buNone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231707" indent="0">
              <a:buNone/>
              <a:tabLst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460239" indent="0"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685598" indent="0">
              <a:buNone/>
              <a:tabLst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641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ell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Content 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41" y="2124075"/>
            <a:ext cx="5304356" cy="3334723"/>
          </a:xfrm>
          <a:solidFill>
            <a:srgbClr val="0088B8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4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spcBef>
                <a:spcPts val="1080"/>
              </a:spcBef>
              <a:buNone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231707" indent="0">
              <a:buNone/>
              <a:tabLst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460239" indent="0"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685598" indent="0">
              <a:buNone/>
              <a:tabLst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5734084" y="2116324"/>
            <a:ext cx="5619716" cy="3334723"/>
          </a:xfrm>
          <a:solidFill>
            <a:srgbClr val="00B0F0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4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spcBef>
                <a:spcPts val="1080"/>
              </a:spcBef>
              <a:buNone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231707" indent="0">
              <a:buNone/>
              <a:tabLst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460239" indent="0"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685598" indent="0">
              <a:buNone/>
              <a:tabLst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59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ll And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black">
          <a:xfrm>
            <a:off x="274641" y="0"/>
            <a:ext cx="11917359" cy="14257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74641" y="365125"/>
            <a:ext cx="11079159" cy="1325563"/>
          </a:xfrm>
        </p:spPr>
        <p:txBody>
          <a:bodyPr/>
          <a:lstStyle>
            <a:lvl1pPr>
              <a:defRPr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Content title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4169891" y="2122133"/>
            <a:ext cx="7183909" cy="3294819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41" y="2124075"/>
            <a:ext cx="3913632" cy="3292877"/>
          </a:xfrm>
          <a:solidFill>
            <a:schemeClr val="accent2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4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spcBef>
                <a:spcPts val="1080"/>
              </a:spcBef>
              <a:buNone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2pPr>
            <a:lvl3pPr marL="231707" indent="0">
              <a:buNone/>
              <a:tabLst/>
              <a:defRPr sz="200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3pPr>
            <a:lvl4pPr marL="460239" indent="0">
              <a:buNone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4pPr>
            <a:lvl5pPr marL="685598" indent="0">
              <a:buNone/>
              <a:tabLst/>
              <a:defRPr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40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Labels Slide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>
          <a:xfrm>
            <a:off x="512597" y="922639"/>
            <a:ext cx="5025065" cy="501540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384099" tIns="1042555" rIns="1481525" bIns="1042555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spc="-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85" fontAlgn="base">
              <a:lnSpc>
                <a:spcPct val="100000"/>
              </a:lnSpc>
              <a:spcAft>
                <a:spcPct val="0"/>
              </a:spcAft>
            </a:pPr>
            <a:r>
              <a:rPr lang="en-US">
                <a:latin typeface="Segoe UI Light" panose="020B0502040204020203" pitchFamily="34" charset="0"/>
                <a:cs typeface="Segoe UI Light" panose="020B0502040204020203" pitchFamily="34" charset="0"/>
              </a:rPr>
              <a:t>Click to edit Master title style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2825" y="4261018"/>
            <a:ext cx="5583104" cy="1084784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3583" kern="1200" spc="-71" baseline="0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3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48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 dirty="0"/>
              <a:t>Click to edit master subtitle style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2825" y="995433"/>
            <a:ext cx="5583104" cy="2861937"/>
          </a:xfrm>
        </p:spPr>
        <p:txBody>
          <a:bodyPr wrap="square" anchor="b">
            <a:spAutoFit/>
          </a:bodyPr>
          <a:lstStyle>
            <a:lvl1pPr marL="0" indent="0">
              <a:buNone/>
              <a:defRPr sz="6666" spc="-151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" y="5816339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193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 userDrawn="1"/>
        </p:nvSpPr>
        <p:spPr>
          <a:xfrm>
            <a:off x="512597" y="922639"/>
            <a:ext cx="8133692" cy="501540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384099" tIns="1042555" rIns="1481525" bIns="1042555" numCol="1" rtlCol="0" anchor="ctr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kern="1200" spc="-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85" fontAlgn="base">
              <a:lnSpc>
                <a:spcPct val="100000"/>
              </a:lnSpc>
              <a:spcAft>
                <a:spcPct val="0"/>
              </a:spcAft>
            </a:pPr>
            <a:r>
              <a:rPr lang="en-US" sz="13800" dirty="0">
                <a:latin typeface="Segoe UI Light" panose="020B0502040204020203" pitchFamily="34" charset="0"/>
                <a:cs typeface="Segoe UI Light" panose="020B0502040204020203" pitchFamily="34" charset="0"/>
              </a:rPr>
              <a:t>Thanks!</a:t>
            </a:r>
          </a:p>
        </p:txBody>
      </p:sp>
      <p:pic>
        <p:nvPicPr>
          <p:cNvPr id="4" name="Picture 6" descr="CATzur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" y="5825766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2017-logo-250x169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728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al Sponso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 userDrawn="1"/>
        </p:nvSpPr>
        <p:spPr bwMode="black">
          <a:xfrm>
            <a:off x="0" y="5764696"/>
            <a:ext cx="12192000" cy="1093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0" y="2317686"/>
            <a:ext cx="2857500" cy="581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612" y="3804111"/>
            <a:ext cx="2362200" cy="7571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564" y="3715434"/>
            <a:ext cx="2343150" cy="651570"/>
          </a:xfrm>
          <a:prstGeom prst="rect">
            <a:avLst/>
          </a:prstGeom>
        </p:spPr>
      </p:pic>
      <p:pic>
        <p:nvPicPr>
          <p:cNvPr id="13" name="Picture 2" descr="2017-logo-250x169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CATzure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06" y="5806912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https://global.azurebootcamp.net/wp-content/uploads/2013/02/ServiceBus360-Logo-300x38.png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564" y="2475798"/>
            <a:ext cx="2857500" cy="36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global.azurebootcamp.net/wp-content/uploads/2013/02/splash-screen-panel-300x203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387" y="2581105"/>
            <a:ext cx="2857500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27"/>
          <p:cNvSpPr txBox="1">
            <a:spLocks/>
          </p:cNvSpPr>
          <p:nvPr userDrawn="1"/>
        </p:nvSpPr>
        <p:spPr>
          <a:xfrm>
            <a:off x="981173" y="2725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Global sponsors</a:t>
            </a:r>
          </a:p>
        </p:txBody>
      </p:sp>
    </p:spTree>
    <p:extLst>
      <p:ext uri="{BB962C8B-B14F-4D97-AF65-F5344CB8AC3E}">
        <p14:creationId xmlns:p14="http://schemas.microsoft.com/office/powerpoint/2010/main" val="35314015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cal Sponsor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black">
          <a:xfrm>
            <a:off x="0" y="5764696"/>
            <a:ext cx="12192000" cy="10933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82305" tIns="41153" rIns="82305" bIns="41153" numCol="1" rtlCol="0" anchor="t" anchorCtr="0" compatLnSpc="1">
            <a:prstTxWarp prst="textNoShape">
              <a:avLst/>
            </a:prstTxWarp>
          </a:bodyPr>
          <a:lstStyle/>
          <a:p>
            <a:pPr algn="ctr" defTabSz="1218987"/>
            <a:endParaRPr lang="en-US" sz="1600">
              <a:solidFill>
                <a:srgbClr val="292929"/>
              </a:solidFill>
            </a:endParaRPr>
          </a:p>
        </p:txBody>
      </p:sp>
      <p:pic>
        <p:nvPicPr>
          <p:cNvPr id="5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3" y="5806912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Sogeti España,SLU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567" y="1806089"/>
            <a:ext cx="7362334" cy="1645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Tokiota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562" y="3866765"/>
            <a:ext cx="2927808" cy="58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Altran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058" y="3858695"/>
            <a:ext cx="1657350" cy="70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Kabel Sistemas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534" y="3494285"/>
            <a:ext cx="2878072" cy="107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https://global.azurebootcamp.net/wp-content/uploads/2013/04/microsoft-dx.png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7359" y="5051171"/>
            <a:ext cx="1786969" cy="173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27"/>
          <p:cNvSpPr txBox="1">
            <a:spLocks/>
          </p:cNvSpPr>
          <p:nvPr userDrawn="1"/>
        </p:nvSpPr>
        <p:spPr>
          <a:xfrm>
            <a:off x="4379404" y="4508422"/>
            <a:ext cx="3508658" cy="899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es-ES" sz="3200" b="1" noProof="0" dirty="0"/>
              <a:t>Colabora</a:t>
            </a:r>
          </a:p>
        </p:txBody>
      </p:sp>
      <p:sp>
        <p:nvSpPr>
          <p:cNvPr id="14" name="Title 27"/>
          <p:cNvSpPr txBox="1">
            <a:spLocks/>
          </p:cNvSpPr>
          <p:nvPr userDrawn="1"/>
        </p:nvSpPr>
        <p:spPr>
          <a:xfrm>
            <a:off x="906337" y="27317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baseline="0">
                <a:solidFill>
                  <a:schemeClr val="tx1"/>
                </a:solidFill>
                <a:latin typeface="Segoe UI Light" panose="020B0502040204020203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Local Sponsors</a:t>
            </a:r>
          </a:p>
        </p:txBody>
      </p:sp>
    </p:spTree>
    <p:extLst>
      <p:ext uri="{BB962C8B-B14F-4D97-AF65-F5344CB8AC3E}">
        <p14:creationId xmlns:p14="http://schemas.microsoft.com/office/powerpoint/2010/main" val="27485538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 bwMode="gray">
          <a:xfrm>
            <a:off x="519248" y="1562100"/>
            <a:ext cx="11151916" cy="4067175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0214" y="1692656"/>
            <a:ext cx="9078666" cy="1131079"/>
          </a:xfrm>
        </p:spPr>
        <p:txBody>
          <a:bodyPr vert="horz" wrap="square" lIns="182880" tIns="182880" rIns="0" bIns="0" rtlCol="0" anchor="t" anchorCtr="0">
            <a:spAutoFit/>
          </a:bodyPr>
          <a:lstStyle>
            <a:lvl1pPr marL="574675" indent="-571500">
              <a:buClr>
                <a:srgbClr val="00B0F0"/>
              </a:buClr>
              <a:buFont typeface="Wingdings" panose="05000000000000000000" pitchFamily="2" charset="2"/>
              <a:buChar char="ü"/>
              <a:defRPr lang="en-US" sz="4000" spc="-100" dirty="0" smtClean="0">
                <a:solidFill>
                  <a:schemeClr val="tx1">
                    <a:alpha val="99000"/>
                  </a:schemeClr>
                </a:solidFill>
                <a:latin typeface="Segoe UI Light" pitchFamily="34" charset="0"/>
              </a:defRPr>
            </a:lvl1pPr>
            <a:lvl2pPr marL="346075" indent="-342900">
              <a:buClr>
                <a:srgbClr val="00B0F0"/>
              </a:buClr>
              <a:buFont typeface="Wingdings" panose="05000000000000000000" pitchFamily="2" charset="2"/>
              <a:buChar char="ü"/>
              <a:defRPr lang="en-US" sz="2000" spc="-50" dirty="0" smtClean="0">
                <a:solidFill>
                  <a:schemeClr val="tx1">
                    <a:alpha val="99000"/>
                  </a:schemeClr>
                </a:solidFill>
              </a:defRPr>
            </a:lvl2pPr>
          </a:lstStyle>
          <a:p>
            <a:pPr marL="3175" lvl="0" indent="0">
              <a:spcBef>
                <a:spcPts val="0"/>
              </a:spcBef>
              <a:spcAft>
                <a:spcPts val="900"/>
              </a:spcAft>
              <a:buSzPct val="80000"/>
            </a:pPr>
            <a:r>
              <a:rPr lang="en-US" dirty="0"/>
              <a:t>Click to edit Master text styles</a:t>
            </a:r>
          </a:p>
          <a:p>
            <a:pPr marL="3175" lvl="1" indent="0">
              <a:spcBef>
                <a:spcPts val="0"/>
              </a:spcBef>
              <a:spcAft>
                <a:spcPts val="900"/>
              </a:spcAft>
              <a:buSzPct val="80000"/>
            </a:pPr>
            <a:r>
              <a:rPr lang="en-US" dirty="0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21344" y="228601"/>
            <a:ext cx="11149439" cy="747897"/>
          </a:xfr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5400" b="0" cap="none" spc="-100" dirty="0" smtClean="0">
                <a:ln w="3175">
                  <a:noFill/>
                </a:ln>
                <a:solidFill>
                  <a:schemeClr val="tx1">
                    <a:alpha val="99000"/>
                  </a:schemeClr>
                </a:solidFill>
                <a:effectLst/>
                <a:latin typeface="Segoe UI Light" pitchFamily="34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Freeform 105"/>
          <p:cNvSpPr>
            <a:spLocks/>
          </p:cNvSpPr>
          <p:nvPr userDrawn="1"/>
        </p:nvSpPr>
        <p:spPr bwMode="black">
          <a:xfrm rot="20565484" flipH="1">
            <a:off x="863642" y="1107755"/>
            <a:ext cx="850859" cy="1933720"/>
          </a:xfrm>
          <a:custGeom>
            <a:avLst/>
            <a:gdLst>
              <a:gd name="T0" fmla="*/ 38 w 42"/>
              <a:gd name="T1" fmla="*/ 23 h 86"/>
              <a:gd name="T2" fmla="*/ 35 w 42"/>
              <a:gd name="T3" fmla="*/ 27 h 86"/>
              <a:gd name="T4" fmla="*/ 35 w 42"/>
              <a:gd name="T5" fmla="*/ 65 h 86"/>
              <a:gd name="T6" fmla="*/ 21 w 42"/>
              <a:gd name="T7" fmla="*/ 79 h 86"/>
              <a:gd name="T8" fmla="*/ 7 w 42"/>
              <a:gd name="T9" fmla="*/ 65 h 86"/>
              <a:gd name="T10" fmla="*/ 7 w 42"/>
              <a:gd name="T11" fmla="*/ 16 h 86"/>
              <a:gd name="T12" fmla="*/ 16 w 42"/>
              <a:gd name="T13" fmla="*/ 7 h 86"/>
              <a:gd name="T14" fmla="*/ 25 w 42"/>
              <a:gd name="T15" fmla="*/ 16 h 86"/>
              <a:gd name="T16" fmla="*/ 25 w 42"/>
              <a:gd name="T17" fmla="*/ 16 h 86"/>
              <a:gd name="T18" fmla="*/ 25 w 42"/>
              <a:gd name="T19" fmla="*/ 54 h 86"/>
              <a:gd name="T20" fmla="*/ 22 w 42"/>
              <a:gd name="T21" fmla="*/ 58 h 86"/>
              <a:gd name="T22" fmla="*/ 18 w 42"/>
              <a:gd name="T23" fmla="*/ 54 h 86"/>
              <a:gd name="T24" fmla="*/ 18 w 42"/>
              <a:gd name="T25" fmla="*/ 25 h 86"/>
              <a:gd name="T26" fmla="*/ 14 w 42"/>
              <a:gd name="T27" fmla="*/ 22 h 86"/>
              <a:gd name="T28" fmla="*/ 11 w 42"/>
              <a:gd name="T29" fmla="*/ 25 h 86"/>
              <a:gd name="T30" fmla="*/ 11 w 42"/>
              <a:gd name="T31" fmla="*/ 54 h 86"/>
              <a:gd name="T32" fmla="*/ 22 w 42"/>
              <a:gd name="T33" fmla="*/ 65 h 86"/>
              <a:gd name="T34" fmla="*/ 32 w 42"/>
              <a:gd name="T35" fmla="*/ 54 h 86"/>
              <a:gd name="T36" fmla="*/ 32 w 42"/>
              <a:gd name="T37" fmla="*/ 16 h 86"/>
              <a:gd name="T38" fmla="*/ 32 w 42"/>
              <a:gd name="T39" fmla="*/ 16 h 86"/>
              <a:gd name="T40" fmla="*/ 16 w 42"/>
              <a:gd name="T41" fmla="*/ 0 h 86"/>
              <a:gd name="T42" fmla="*/ 0 w 42"/>
              <a:gd name="T43" fmla="*/ 16 h 86"/>
              <a:gd name="T44" fmla="*/ 0 w 42"/>
              <a:gd name="T45" fmla="*/ 65 h 86"/>
              <a:gd name="T46" fmla="*/ 21 w 42"/>
              <a:gd name="T47" fmla="*/ 86 h 86"/>
              <a:gd name="T48" fmla="*/ 42 w 42"/>
              <a:gd name="T49" fmla="*/ 65 h 86"/>
              <a:gd name="T50" fmla="*/ 42 w 42"/>
              <a:gd name="T51" fmla="*/ 65 h 86"/>
              <a:gd name="T52" fmla="*/ 42 w 42"/>
              <a:gd name="T53" fmla="*/ 27 h 86"/>
              <a:gd name="T54" fmla="*/ 38 w 42"/>
              <a:gd name="T55" fmla="*/ 23 h 86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52 w 10000"/>
              <a:gd name="connsiteY9" fmla="*/ 6279 h 10000"/>
              <a:gd name="connsiteX10" fmla="*/ 5238 w 10000"/>
              <a:gd name="connsiteY10" fmla="*/ 6744 h 10000"/>
              <a:gd name="connsiteX11" fmla="*/ 4286 w 10000"/>
              <a:gd name="connsiteY11" fmla="*/ 6279 h 10000"/>
              <a:gd name="connsiteX12" fmla="*/ 4286 w 10000"/>
              <a:gd name="connsiteY12" fmla="*/ 2907 h 10000"/>
              <a:gd name="connsiteX13" fmla="*/ 2619 w 10000"/>
              <a:gd name="connsiteY13" fmla="*/ 2907 h 10000"/>
              <a:gd name="connsiteX14" fmla="*/ 2619 w 10000"/>
              <a:gd name="connsiteY14" fmla="*/ 6279 h 10000"/>
              <a:gd name="connsiteX15" fmla="*/ 5238 w 10000"/>
              <a:gd name="connsiteY15" fmla="*/ 7558 h 10000"/>
              <a:gd name="connsiteX16" fmla="*/ 7619 w 10000"/>
              <a:gd name="connsiteY16" fmla="*/ 6279 h 10000"/>
              <a:gd name="connsiteX17" fmla="*/ 7619 w 10000"/>
              <a:gd name="connsiteY17" fmla="*/ 1860 h 10000"/>
              <a:gd name="connsiteX18" fmla="*/ 7619 w 10000"/>
              <a:gd name="connsiteY18" fmla="*/ 1860 h 10000"/>
              <a:gd name="connsiteX19" fmla="*/ 3810 w 10000"/>
              <a:gd name="connsiteY19" fmla="*/ 0 h 10000"/>
              <a:gd name="connsiteX20" fmla="*/ 0 w 10000"/>
              <a:gd name="connsiteY20" fmla="*/ 1860 h 10000"/>
              <a:gd name="connsiteX21" fmla="*/ 0 w 10000"/>
              <a:gd name="connsiteY21" fmla="*/ 7558 h 10000"/>
              <a:gd name="connsiteX22" fmla="*/ 5000 w 10000"/>
              <a:gd name="connsiteY22" fmla="*/ 10000 h 10000"/>
              <a:gd name="connsiteX23" fmla="*/ 10000 w 10000"/>
              <a:gd name="connsiteY23" fmla="*/ 7558 h 10000"/>
              <a:gd name="connsiteX24" fmla="*/ 10000 w 10000"/>
              <a:gd name="connsiteY24" fmla="*/ 7558 h 10000"/>
              <a:gd name="connsiteX25" fmla="*/ 10000 w 10000"/>
              <a:gd name="connsiteY25" fmla="*/ 3140 h 10000"/>
              <a:gd name="connsiteX26" fmla="*/ 9048 w 10000"/>
              <a:gd name="connsiteY26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52 w 10000"/>
              <a:gd name="connsiteY9" fmla="*/ 6279 h 10000"/>
              <a:gd name="connsiteX10" fmla="*/ 5238 w 10000"/>
              <a:gd name="connsiteY10" fmla="*/ 6744 h 10000"/>
              <a:gd name="connsiteX11" fmla="*/ 4286 w 10000"/>
              <a:gd name="connsiteY11" fmla="*/ 6279 h 10000"/>
              <a:gd name="connsiteX12" fmla="*/ 2619 w 10000"/>
              <a:gd name="connsiteY12" fmla="*/ 2907 h 10000"/>
              <a:gd name="connsiteX13" fmla="*/ 2619 w 10000"/>
              <a:gd name="connsiteY13" fmla="*/ 6279 h 10000"/>
              <a:gd name="connsiteX14" fmla="*/ 5238 w 10000"/>
              <a:gd name="connsiteY14" fmla="*/ 7558 h 10000"/>
              <a:gd name="connsiteX15" fmla="*/ 7619 w 10000"/>
              <a:gd name="connsiteY15" fmla="*/ 6279 h 10000"/>
              <a:gd name="connsiteX16" fmla="*/ 7619 w 10000"/>
              <a:gd name="connsiteY16" fmla="*/ 1860 h 10000"/>
              <a:gd name="connsiteX17" fmla="*/ 7619 w 10000"/>
              <a:gd name="connsiteY17" fmla="*/ 1860 h 10000"/>
              <a:gd name="connsiteX18" fmla="*/ 3810 w 10000"/>
              <a:gd name="connsiteY18" fmla="*/ 0 h 10000"/>
              <a:gd name="connsiteX19" fmla="*/ 0 w 10000"/>
              <a:gd name="connsiteY19" fmla="*/ 1860 h 10000"/>
              <a:gd name="connsiteX20" fmla="*/ 0 w 10000"/>
              <a:gd name="connsiteY20" fmla="*/ 7558 h 10000"/>
              <a:gd name="connsiteX21" fmla="*/ 5000 w 10000"/>
              <a:gd name="connsiteY21" fmla="*/ 10000 h 10000"/>
              <a:gd name="connsiteX22" fmla="*/ 10000 w 10000"/>
              <a:gd name="connsiteY22" fmla="*/ 7558 h 10000"/>
              <a:gd name="connsiteX23" fmla="*/ 10000 w 10000"/>
              <a:gd name="connsiteY23" fmla="*/ 7558 h 10000"/>
              <a:gd name="connsiteX24" fmla="*/ 10000 w 10000"/>
              <a:gd name="connsiteY24" fmla="*/ 3140 h 10000"/>
              <a:gd name="connsiteX25" fmla="*/ 9048 w 10000"/>
              <a:gd name="connsiteY25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52 w 10000"/>
              <a:gd name="connsiteY9" fmla="*/ 6279 h 10000"/>
              <a:gd name="connsiteX10" fmla="*/ 5238 w 10000"/>
              <a:gd name="connsiteY10" fmla="*/ 6744 h 10000"/>
              <a:gd name="connsiteX11" fmla="*/ 4286 w 10000"/>
              <a:gd name="connsiteY11" fmla="*/ 6279 h 10000"/>
              <a:gd name="connsiteX12" fmla="*/ 2619 w 10000"/>
              <a:gd name="connsiteY12" fmla="*/ 6279 h 10000"/>
              <a:gd name="connsiteX13" fmla="*/ 5238 w 10000"/>
              <a:gd name="connsiteY13" fmla="*/ 7558 h 10000"/>
              <a:gd name="connsiteX14" fmla="*/ 7619 w 10000"/>
              <a:gd name="connsiteY14" fmla="*/ 6279 h 10000"/>
              <a:gd name="connsiteX15" fmla="*/ 7619 w 10000"/>
              <a:gd name="connsiteY15" fmla="*/ 1860 h 10000"/>
              <a:gd name="connsiteX16" fmla="*/ 7619 w 10000"/>
              <a:gd name="connsiteY16" fmla="*/ 1860 h 10000"/>
              <a:gd name="connsiteX17" fmla="*/ 3810 w 10000"/>
              <a:gd name="connsiteY17" fmla="*/ 0 h 10000"/>
              <a:gd name="connsiteX18" fmla="*/ 0 w 10000"/>
              <a:gd name="connsiteY18" fmla="*/ 1860 h 10000"/>
              <a:gd name="connsiteX19" fmla="*/ 0 w 10000"/>
              <a:gd name="connsiteY19" fmla="*/ 7558 h 10000"/>
              <a:gd name="connsiteX20" fmla="*/ 5000 w 10000"/>
              <a:gd name="connsiteY20" fmla="*/ 10000 h 10000"/>
              <a:gd name="connsiteX21" fmla="*/ 10000 w 10000"/>
              <a:gd name="connsiteY21" fmla="*/ 7558 h 10000"/>
              <a:gd name="connsiteX22" fmla="*/ 10000 w 10000"/>
              <a:gd name="connsiteY22" fmla="*/ 7558 h 10000"/>
              <a:gd name="connsiteX23" fmla="*/ 10000 w 10000"/>
              <a:gd name="connsiteY23" fmla="*/ 3140 h 10000"/>
              <a:gd name="connsiteX24" fmla="*/ 9048 w 10000"/>
              <a:gd name="connsiteY24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52 w 10000"/>
              <a:gd name="connsiteY9" fmla="*/ 6279 h 10000"/>
              <a:gd name="connsiteX10" fmla="*/ 5238 w 10000"/>
              <a:gd name="connsiteY10" fmla="*/ 6744 h 10000"/>
              <a:gd name="connsiteX11" fmla="*/ 2619 w 10000"/>
              <a:gd name="connsiteY11" fmla="*/ 6279 h 10000"/>
              <a:gd name="connsiteX12" fmla="*/ 5238 w 10000"/>
              <a:gd name="connsiteY12" fmla="*/ 7558 h 10000"/>
              <a:gd name="connsiteX13" fmla="*/ 7619 w 10000"/>
              <a:gd name="connsiteY13" fmla="*/ 6279 h 10000"/>
              <a:gd name="connsiteX14" fmla="*/ 7619 w 10000"/>
              <a:gd name="connsiteY14" fmla="*/ 1860 h 10000"/>
              <a:gd name="connsiteX15" fmla="*/ 7619 w 10000"/>
              <a:gd name="connsiteY15" fmla="*/ 1860 h 10000"/>
              <a:gd name="connsiteX16" fmla="*/ 3810 w 10000"/>
              <a:gd name="connsiteY16" fmla="*/ 0 h 10000"/>
              <a:gd name="connsiteX17" fmla="*/ 0 w 10000"/>
              <a:gd name="connsiteY17" fmla="*/ 1860 h 10000"/>
              <a:gd name="connsiteX18" fmla="*/ 0 w 10000"/>
              <a:gd name="connsiteY18" fmla="*/ 7558 h 10000"/>
              <a:gd name="connsiteX19" fmla="*/ 5000 w 10000"/>
              <a:gd name="connsiteY19" fmla="*/ 10000 h 10000"/>
              <a:gd name="connsiteX20" fmla="*/ 10000 w 10000"/>
              <a:gd name="connsiteY20" fmla="*/ 7558 h 10000"/>
              <a:gd name="connsiteX21" fmla="*/ 10000 w 10000"/>
              <a:gd name="connsiteY21" fmla="*/ 7558 h 10000"/>
              <a:gd name="connsiteX22" fmla="*/ 10000 w 10000"/>
              <a:gd name="connsiteY22" fmla="*/ 3140 h 10000"/>
              <a:gd name="connsiteX23" fmla="*/ 9048 w 10000"/>
              <a:gd name="connsiteY23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52 w 10000"/>
              <a:gd name="connsiteY9" fmla="*/ 6279 h 10000"/>
              <a:gd name="connsiteX10" fmla="*/ 5238 w 10000"/>
              <a:gd name="connsiteY10" fmla="*/ 6744 h 10000"/>
              <a:gd name="connsiteX11" fmla="*/ 5238 w 10000"/>
              <a:gd name="connsiteY11" fmla="*/ 7558 h 10000"/>
              <a:gd name="connsiteX12" fmla="*/ 7619 w 10000"/>
              <a:gd name="connsiteY12" fmla="*/ 6279 h 10000"/>
              <a:gd name="connsiteX13" fmla="*/ 7619 w 10000"/>
              <a:gd name="connsiteY13" fmla="*/ 1860 h 10000"/>
              <a:gd name="connsiteX14" fmla="*/ 7619 w 10000"/>
              <a:gd name="connsiteY14" fmla="*/ 1860 h 10000"/>
              <a:gd name="connsiteX15" fmla="*/ 3810 w 10000"/>
              <a:gd name="connsiteY15" fmla="*/ 0 h 10000"/>
              <a:gd name="connsiteX16" fmla="*/ 0 w 10000"/>
              <a:gd name="connsiteY16" fmla="*/ 1860 h 10000"/>
              <a:gd name="connsiteX17" fmla="*/ 0 w 10000"/>
              <a:gd name="connsiteY17" fmla="*/ 7558 h 10000"/>
              <a:gd name="connsiteX18" fmla="*/ 5000 w 10000"/>
              <a:gd name="connsiteY18" fmla="*/ 10000 h 10000"/>
              <a:gd name="connsiteX19" fmla="*/ 10000 w 10000"/>
              <a:gd name="connsiteY19" fmla="*/ 7558 h 10000"/>
              <a:gd name="connsiteX20" fmla="*/ 10000 w 10000"/>
              <a:gd name="connsiteY20" fmla="*/ 7558 h 10000"/>
              <a:gd name="connsiteX21" fmla="*/ 10000 w 10000"/>
              <a:gd name="connsiteY21" fmla="*/ 3140 h 10000"/>
              <a:gd name="connsiteX22" fmla="*/ 9048 w 10000"/>
              <a:gd name="connsiteY22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52 w 10000"/>
              <a:gd name="connsiteY9" fmla="*/ 6279 h 10000"/>
              <a:gd name="connsiteX10" fmla="*/ 5238 w 10000"/>
              <a:gd name="connsiteY10" fmla="*/ 7558 h 10000"/>
              <a:gd name="connsiteX11" fmla="*/ 7619 w 10000"/>
              <a:gd name="connsiteY11" fmla="*/ 6279 h 10000"/>
              <a:gd name="connsiteX12" fmla="*/ 7619 w 10000"/>
              <a:gd name="connsiteY12" fmla="*/ 1860 h 10000"/>
              <a:gd name="connsiteX13" fmla="*/ 7619 w 10000"/>
              <a:gd name="connsiteY13" fmla="*/ 1860 h 10000"/>
              <a:gd name="connsiteX14" fmla="*/ 3810 w 10000"/>
              <a:gd name="connsiteY14" fmla="*/ 0 h 10000"/>
              <a:gd name="connsiteX15" fmla="*/ 0 w 10000"/>
              <a:gd name="connsiteY15" fmla="*/ 1860 h 10000"/>
              <a:gd name="connsiteX16" fmla="*/ 0 w 10000"/>
              <a:gd name="connsiteY16" fmla="*/ 7558 h 10000"/>
              <a:gd name="connsiteX17" fmla="*/ 5000 w 10000"/>
              <a:gd name="connsiteY17" fmla="*/ 10000 h 10000"/>
              <a:gd name="connsiteX18" fmla="*/ 10000 w 10000"/>
              <a:gd name="connsiteY18" fmla="*/ 7558 h 10000"/>
              <a:gd name="connsiteX19" fmla="*/ 10000 w 10000"/>
              <a:gd name="connsiteY19" fmla="*/ 7558 h 10000"/>
              <a:gd name="connsiteX20" fmla="*/ 10000 w 10000"/>
              <a:gd name="connsiteY20" fmla="*/ 3140 h 10000"/>
              <a:gd name="connsiteX21" fmla="*/ 9048 w 10000"/>
              <a:gd name="connsiteY21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238 w 10000"/>
              <a:gd name="connsiteY9" fmla="*/ 7558 h 10000"/>
              <a:gd name="connsiteX10" fmla="*/ 7619 w 10000"/>
              <a:gd name="connsiteY10" fmla="*/ 6279 h 10000"/>
              <a:gd name="connsiteX11" fmla="*/ 7619 w 10000"/>
              <a:gd name="connsiteY11" fmla="*/ 1860 h 10000"/>
              <a:gd name="connsiteX12" fmla="*/ 7619 w 10000"/>
              <a:gd name="connsiteY12" fmla="*/ 1860 h 10000"/>
              <a:gd name="connsiteX13" fmla="*/ 3810 w 10000"/>
              <a:gd name="connsiteY13" fmla="*/ 0 h 10000"/>
              <a:gd name="connsiteX14" fmla="*/ 0 w 10000"/>
              <a:gd name="connsiteY14" fmla="*/ 1860 h 10000"/>
              <a:gd name="connsiteX15" fmla="*/ 0 w 10000"/>
              <a:gd name="connsiteY15" fmla="*/ 7558 h 10000"/>
              <a:gd name="connsiteX16" fmla="*/ 5000 w 10000"/>
              <a:gd name="connsiteY16" fmla="*/ 10000 h 10000"/>
              <a:gd name="connsiteX17" fmla="*/ 10000 w 10000"/>
              <a:gd name="connsiteY17" fmla="*/ 7558 h 10000"/>
              <a:gd name="connsiteX18" fmla="*/ 10000 w 10000"/>
              <a:gd name="connsiteY18" fmla="*/ 7558 h 10000"/>
              <a:gd name="connsiteX19" fmla="*/ 10000 w 10000"/>
              <a:gd name="connsiteY19" fmla="*/ 3140 h 10000"/>
              <a:gd name="connsiteX20" fmla="*/ 9048 w 10000"/>
              <a:gd name="connsiteY20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238 w 10000"/>
              <a:gd name="connsiteY9" fmla="*/ 7558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7619 w 10000"/>
              <a:gd name="connsiteY9" fmla="*/ 1860 h 10000"/>
              <a:gd name="connsiteX10" fmla="*/ 7619 w 10000"/>
              <a:gd name="connsiteY10" fmla="*/ 1860 h 10000"/>
              <a:gd name="connsiteX11" fmla="*/ 3810 w 10000"/>
              <a:gd name="connsiteY11" fmla="*/ 0 h 10000"/>
              <a:gd name="connsiteX12" fmla="*/ 0 w 10000"/>
              <a:gd name="connsiteY12" fmla="*/ 1860 h 10000"/>
              <a:gd name="connsiteX13" fmla="*/ 0 w 10000"/>
              <a:gd name="connsiteY13" fmla="*/ 7558 h 10000"/>
              <a:gd name="connsiteX14" fmla="*/ 5000 w 10000"/>
              <a:gd name="connsiteY14" fmla="*/ 10000 h 10000"/>
              <a:gd name="connsiteX15" fmla="*/ 10000 w 10000"/>
              <a:gd name="connsiteY15" fmla="*/ 7558 h 10000"/>
              <a:gd name="connsiteX16" fmla="*/ 10000 w 10000"/>
              <a:gd name="connsiteY16" fmla="*/ 7558 h 10000"/>
              <a:gd name="connsiteX17" fmla="*/ 10000 w 10000"/>
              <a:gd name="connsiteY17" fmla="*/ 3140 h 10000"/>
              <a:gd name="connsiteX18" fmla="*/ 9048 w 10000"/>
              <a:gd name="connsiteY18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6335 w 10000"/>
              <a:gd name="connsiteY9" fmla="*/ 1855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6037 w 10000"/>
              <a:gd name="connsiteY9" fmla="*/ 2160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890 w 10000"/>
              <a:gd name="connsiteY9" fmla="*/ 2145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899 w 10000"/>
              <a:gd name="connsiteY9" fmla="*/ 2157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6003 w 10000"/>
              <a:gd name="connsiteY9" fmla="*/ 2112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87 w 10000"/>
              <a:gd name="connsiteY9" fmla="*/ 2128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87 w 10000"/>
              <a:gd name="connsiteY9" fmla="*/ 2128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  <a:gd name="connsiteX0" fmla="*/ 9048 w 10000"/>
              <a:gd name="connsiteY0" fmla="*/ 2674 h 10000"/>
              <a:gd name="connsiteX1" fmla="*/ 8333 w 10000"/>
              <a:gd name="connsiteY1" fmla="*/ 3140 h 10000"/>
              <a:gd name="connsiteX2" fmla="*/ 8333 w 10000"/>
              <a:gd name="connsiteY2" fmla="*/ 7558 h 10000"/>
              <a:gd name="connsiteX3" fmla="*/ 5000 w 10000"/>
              <a:gd name="connsiteY3" fmla="*/ 9186 h 10000"/>
              <a:gd name="connsiteX4" fmla="*/ 1667 w 10000"/>
              <a:gd name="connsiteY4" fmla="*/ 7558 h 10000"/>
              <a:gd name="connsiteX5" fmla="*/ 1667 w 10000"/>
              <a:gd name="connsiteY5" fmla="*/ 1860 h 10000"/>
              <a:gd name="connsiteX6" fmla="*/ 3810 w 10000"/>
              <a:gd name="connsiteY6" fmla="*/ 814 h 10000"/>
              <a:gd name="connsiteX7" fmla="*/ 5952 w 10000"/>
              <a:gd name="connsiteY7" fmla="*/ 1860 h 10000"/>
              <a:gd name="connsiteX8" fmla="*/ 5952 w 10000"/>
              <a:gd name="connsiteY8" fmla="*/ 1860 h 10000"/>
              <a:gd name="connsiteX9" fmla="*/ 5964 w 10000"/>
              <a:gd name="connsiteY9" fmla="*/ 2096 h 10000"/>
              <a:gd name="connsiteX10" fmla="*/ 7619 w 10000"/>
              <a:gd name="connsiteY10" fmla="*/ 1860 h 10000"/>
              <a:gd name="connsiteX11" fmla="*/ 7619 w 10000"/>
              <a:gd name="connsiteY11" fmla="*/ 1860 h 10000"/>
              <a:gd name="connsiteX12" fmla="*/ 3810 w 10000"/>
              <a:gd name="connsiteY12" fmla="*/ 0 h 10000"/>
              <a:gd name="connsiteX13" fmla="*/ 0 w 10000"/>
              <a:gd name="connsiteY13" fmla="*/ 1860 h 10000"/>
              <a:gd name="connsiteX14" fmla="*/ 0 w 10000"/>
              <a:gd name="connsiteY14" fmla="*/ 7558 h 10000"/>
              <a:gd name="connsiteX15" fmla="*/ 5000 w 10000"/>
              <a:gd name="connsiteY15" fmla="*/ 10000 h 10000"/>
              <a:gd name="connsiteX16" fmla="*/ 10000 w 10000"/>
              <a:gd name="connsiteY16" fmla="*/ 7558 h 10000"/>
              <a:gd name="connsiteX17" fmla="*/ 10000 w 10000"/>
              <a:gd name="connsiteY17" fmla="*/ 7558 h 10000"/>
              <a:gd name="connsiteX18" fmla="*/ 10000 w 10000"/>
              <a:gd name="connsiteY18" fmla="*/ 3140 h 10000"/>
              <a:gd name="connsiteX19" fmla="*/ 9048 w 10000"/>
              <a:gd name="connsiteY19" fmla="*/ 267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000" h="10000">
                <a:moveTo>
                  <a:pt x="9048" y="2674"/>
                </a:moveTo>
                <a:cubicBezTo>
                  <a:pt x="8571" y="2674"/>
                  <a:pt x="8333" y="2907"/>
                  <a:pt x="8333" y="3140"/>
                </a:cubicBezTo>
                <a:lnTo>
                  <a:pt x="8333" y="7558"/>
                </a:lnTo>
                <a:cubicBezTo>
                  <a:pt x="8333" y="8488"/>
                  <a:pt x="6905" y="9186"/>
                  <a:pt x="5000" y="9186"/>
                </a:cubicBezTo>
                <a:cubicBezTo>
                  <a:pt x="3095" y="9186"/>
                  <a:pt x="1667" y="8488"/>
                  <a:pt x="1667" y="7558"/>
                </a:cubicBezTo>
                <a:lnTo>
                  <a:pt x="1667" y="1860"/>
                </a:lnTo>
                <a:cubicBezTo>
                  <a:pt x="1667" y="1279"/>
                  <a:pt x="2619" y="814"/>
                  <a:pt x="3810" y="814"/>
                </a:cubicBezTo>
                <a:cubicBezTo>
                  <a:pt x="5000" y="814"/>
                  <a:pt x="5952" y="1279"/>
                  <a:pt x="5952" y="1860"/>
                </a:cubicBezTo>
                <a:lnTo>
                  <a:pt x="5952" y="1860"/>
                </a:lnTo>
                <a:cubicBezTo>
                  <a:pt x="5954" y="1899"/>
                  <a:pt x="5936" y="1996"/>
                  <a:pt x="5964" y="2096"/>
                </a:cubicBezTo>
                <a:lnTo>
                  <a:pt x="7619" y="1860"/>
                </a:lnTo>
                <a:lnTo>
                  <a:pt x="7619" y="1860"/>
                </a:lnTo>
                <a:cubicBezTo>
                  <a:pt x="7619" y="814"/>
                  <a:pt x="5952" y="0"/>
                  <a:pt x="3810" y="0"/>
                </a:cubicBezTo>
                <a:cubicBezTo>
                  <a:pt x="1667" y="0"/>
                  <a:pt x="0" y="814"/>
                  <a:pt x="0" y="1860"/>
                </a:cubicBezTo>
                <a:lnTo>
                  <a:pt x="0" y="7558"/>
                </a:lnTo>
                <a:cubicBezTo>
                  <a:pt x="0" y="8953"/>
                  <a:pt x="2381" y="10000"/>
                  <a:pt x="5000" y="10000"/>
                </a:cubicBezTo>
                <a:cubicBezTo>
                  <a:pt x="7857" y="10000"/>
                  <a:pt x="10000" y="8953"/>
                  <a:pt x="10000" y="7558"/>
                </a:cubicBezTo>
                <a:lnTo>
                  <a:pt x="10000" y="7558"/>
                </a:lnTo>
                <a:lnTo>
                  <a:pt x="10000" y="3140"/>
                </a:lnTo>
                <a:cubicBezTo>
                  <a:pt x="10000" y="2907"/>
                  <a:pt x="9524" y="2674"/>
                  <a:pt x="9048" y="2674"/>
                </a:cubicBezTo>
              </a:path>
            </a:pathLst>
          </a:custGeom>
          <a:solidFill>
            <a:schemeClr val="accent2"/>
          </a:solidFill>
          <a:ln>
            <a:noFill/>
          </a:ln>
          <a:extLst/>
        </p:spPr>
        <p:txBody>
          <a:bodyPr vert="horz" wrap="square" lIns="82305" tIns="41153" rIns="82305" bIns="41153" numCol="1" anchor="t" anchorCtr="0" compatLnSpc="1">
            <a:prstTxWarp prst="textNoShape">
              <a:avLst/>
            </a:prstTxWarp>
          </a:bodyPr>
          <a:lstStyle/>
          <a:p>
            <a:pPr lvl="0" defTabSz="1218987"/>
            <a:endParaRPr lang="en-US" sz="1600">
              <a:solidFill>
                <a:srgbClr val="292929"/>
              </a:solidFill>
            </a:endParaRPr>
          </a:p>
        </p:txBody>
      </p:sp>
      <p:pic>
        <p:nvPicPr>
          <p:cNvPr id="7" name="Picture 6" descr="CATzur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2017-logo-250x169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97559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9100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M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 bwMode="gray">
          <a:xfrm>
            <a:off x="519248" y="1562100"/>
            <a:ext cx="8015152" cy="4067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6701" y="1805270"/>
            <a:ext cx="7049316" cy="627864"/>
          </a:xfrm>
        </p:spPr>
        <p:txBody>
          <a:bodyPr vert="horz" wrap="square" lIns="182880" tIns="182880" rIns="0" bIns="0" rtlCol="0" anchor="t" anchorCtr="0">
            <a:spAutoFit/>
          </a:bodyPr>
          <a:lstStyle>
            <a:lvl1pPr marL="574675" indent="-571500">
              <a:buNone/>
              <a:defRPr lang="en-US" sz="3200" b="1" spc="-100" baseline="0" dirty="0" smtClean="0">
                <a:solidFill>
                  <a:schemeClr val="tx1">
                    <a:alpha val="99000"/>
                  </a:schemeClr>
                </a:solidFill>
                <a:latin typeface="Segoe UI Light" pitchFamily="34" charset="0"/>
              </a:defRPr>
            </a:lvl1pPr>
            <a:lvl2pPr marL="346075" indent="-342900">
              <a:buNone/>
              <a:defRPr lang="en-US" spc="-50" baseline="0" dirty="0" smtClean="0">
                <a:solidFill>
                  <a:schemeClr val="tx1">
                    <a:alpha val="99000"/>
                  </a:schemeClr>
                </a:solidFill>
              </a:defRPr>
            </a:lvl2pPr>
          </a:lstStyle>
          <a:p>
            <a:pPr marL="3175" lvl="0" indent="0">
              <a:spcBef>
                <a:spcPts val="0"/>
              </a:spcBef>
              <a:spcAft>
                <a:spcPts val="900"/>
              </a:spcAft>
              <a:buSzPct val="80000"/>
            </a:pPr>
            <a:r>
              <a:rPr lang="es-ES" dirty="0"/>
              <a:t>Speaker </a:t>
            </a:r>
            <a:r>
              <a:rPr lang="es-ES" dirty="0" err="1"/>
              <a:t>Name</a:t>
            </a:r>
            <a:endParaRPr lang="es-E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1344" y="228601"/>
            <a:ext cx="11149439" cy="747897"/>
          </a:xfr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5400" b="0" cap="none" spc="-100" baseline="0" dirty="0" smtClean="0">
                <a:ln w="3175">
                  <a:noFill/>
                </a:ln>
                <a:solidFill>
                  <a:schemeClr val="tx1">
                    <a:alpha val="99000"/>
                  </a:schemeClr>
                </a:solidFill>
                <a:effectLst/>
                <a:latin typeface="Segoe UI Light" pitchFamily="34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About me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 rot="240000">
            <a:off x="8359521" y="1649192"/>
            <a:ext cx="3072384" cy="3072384"/>
          </a:xfrm>
          <a:prstGeom prst="ellipse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76701" y="2510034"/>
            <a:ext cx="7049316" cy="627864"/>
          </a:xfrm>
        </p:spPr>
        <p:txBody>
          <a:bodyPr vert="horz" wrap="square" lIns="182880" tIns="182880" rIns="0" bIns="0" rtlCol="0" anchor="t" anchorCtr="0">
            <a:spAutoFit/>
          </a:bodyPr>
          <a:lstStyle>
            <a:lvl1pPr>
              <a:defRPr lang="en-US" sz="3200" b="0" spc="-100" baseline="0" dirty="0">
                <a:solidFill>
                  <a:schemeClr val="tx1">
                    <a:alpha val="99000"/>
                  </a:schemeClr>
                </a:solidFill>
                <a:latin typeface="Segoe UI Light" pitchFamily="34" charset="0"/>
              </a:defRPr>
            </a:lvl1pPr>
          </a:lstStyle>
          <a:p>
            <a:pPr marL="3175" lvl="0" indent="0">
              <a:spcBef>
                <a:spcPts val="0"/>
              </a:spcBef>
              <a:spcAft>
                <a:spcPts val="900"/>
              </a:spcAft>
              <a:buSzPct val="80000"/>
              <a:buNone/>
            </a:pPr>
            <a:r>
              <a:rPr lang="es-ES" dirty="0"/>
              <a:t>Speaker </a:t>
            </a:r>
            <a:r>
              <a:rPr lang="es-ES" dirty="0" err="1"/>
              <a:t>background</a:t>
            </a:r>
            <a:r>
              <a:rPr lang="es-ES" dirty="0"/>
              <a:t> &amp; </a:t>
            </a:r>
            <a:r>
              <a:rPr lang="es-ES" dirty="0" err="1"/>
              <a:t>contact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19113" y="5346700"/>
            <a:ext cx="1970087" cy="1143000"/>
          </a:xfrm>
        </p:spPr>
        <p:txBody>
          <a:bodyPr/>
          <a:lstStyle/>
          <a:p>
            <a:endParaRPr lang="es-ES"/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817813" y="5346700"/>
            <a:ext cx="1970087" cy="1143000"/>
          </a:xfrm>
        </p:spPr>
        <p:txBody>
          <a:bodyPr/>
          <a:lstStyle/>
          <a:p>
            <a:endParaRPr lang="es-ES"/>
          </a:p>
        </p:txBody>
      </p:sp>
      <p:sp>
        <p:nvSpPr>
          <p:cNvPr id="13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11019" y="5346700"/>
            <a:ext cx="1970087" cy="1143000"/>
          </a:xfrm>
        </p:spPr>
        <p:txBody>
          <a:bodyPr/>
          <a:lstStyle/>
          <a:p>
            <a:endParaRPr lang="es-ES"/>
          </a:p>
        </p:txBody>
      </p:sp>
      <p:pic>
        <p:nvPicPr>
          <p:cNvPr id="11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3284" y="5813142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7806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Without Pi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 bwMode="gray">
          <a:xfrm>
            <a:off x="519248" y="1562100"/>
            <a:ext cx="8015152" cy="40671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6701" y="1805270"/>
            <a:ext cx="7049316" cy="627864"/>
          </a:xfrm>
        </p:spPr>
        <p:txBody>
          <a:bodyPr vert="horz" wrap="square" lIns="182880" tIns="182880" rIns="0" bIns="0" rtlCol="0" anchor="t" anchorCtr="0">
            <a:spAutoFit/>
          </a:bodyPr>
          <a:lstStyle>
            <a:lvl1pPr marL="574675" indent="-571500">
              <a:buNone/>
              <a:defRPr lang="en-US" sz="3200" b="1" spc="-100" baseline="0" dirty="0" smtClean="0">
                <a:solidFill>
                  <a:schemeClr val="tx1">
                    <a:alpha val="99000"/>
                  </a:schemeClr>
                </a:solidFill>
                <a:latin typeface="Segoe UI Light" pitchFamily="34" charset="0"/>
              </a:defRPr>
            </a:lvl1pPr>
            <a:lvl2pPr marL="346075" indent="-342900">
              <a:buNone/>
              <a:defRPr lang="en-US" spc="-50" baseline="0" dirty="0" smtClean="0">
                <a:solidFill>
                  <a:schemeClr val="tx1">
                    <a:alpha val="99000"/>
                  </a:schemeClr>
                </a:solidFill>
              </a:defRPr>
            </a:lvl2pPr>
          </a:lstStyle>
          <a:p>
            <a:pPr marL="3175" lvl="0" indent="0">
              <a:spcBef>
                <a:spcPts val="0"/>
              </a:spcBef>
              <a:spcAft>
                <a:spcPts val="900"/>
              </a:spcAft>
              <a:buSzPct val="80000"/>
            </a:pPr>
            <a:r>
              <a:rPr lang="es-ES" dirty="0"/>
              <a:t>Speaker </a:t>
            </a:r>
            <a:r>
              <a:rPr lang="es-ES" dirty="0" err="1"/>
              <a:t>Name</a:t>
            </a:r>
            <a:endParaRPr lang="es-E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521344" y="228601"/>
            <a:ext cx="11149439" cy="747897"/>
          </a:xfrm>
        </p:spPr>
        <p:txBody>
          <a:bodyPr vert="horz" wrap="square" lIns="0" tIns="0" rIns="0" bIns="0" rtlCol="0" anchor="t">
            <a:spAutoFit/>
          </a:bodyPr>
          <a:lstStyle>
            <a:lvl1pPr marL="0" indent="0">
              <a:buNone/>
              <a:defRPr lang="en-US" sz="5400" b="0" cap="none" spc="-100" baseline="0" dirty="0" smtClean="0">
                <a:ln w="3175">
                  <a:noFill/>
                </a:ln>
                <a:solidFill>
                  <a:schemeClr val="tx1">
                    <a:alpha val="99000"/>
                  </a:schemeClr>
                </a:solidFill>
                <a:effectLst/>
                <a:latin typeface="Segoe UI Light" pitchFamily="34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Questions?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676701" y="2510034"/>
            <a:ext cx="7049316" cy="627864"/>
          </a:xfrm>
        </p:spPr>
        <p:txBody>
          <a:bodyPr vert="horz" wrap="square" lIns="182880" tIns="182880" rIns="0" bIns="0" rtlCol="0" anchor="t" anchorCtr="0">
            <a:spAutoFit/>
          </a:bodyPr>
          <a:lstStyle>
            <a:lvl1pPr>
              <a:defRPr lang="en-US" sz="3200" b="0" spc="-100" baseline="0" dirty="0">
                <a:solidFill>
                  <a:schemeClr val="tx1">
                    <a:alpha val="99000"/>
                  </a:schemeClr>
                </a:solidFill>
                <a:latin typeface="Segoe UI Light" pitchFamily="34" charset="0"/>
              </a:defRPr>
            </a:lvl1pPr>
          </a:lstStyle>
          <a:p>
            <a:pPr marL="3175" lvl="0" indent="0">
              <a:spcBef>
                <a:spcPts val="0"/>
              </a:spcBef>
              <a:spcAft>
                <a:spcPts val="900"/>
              </a:spcAft>
              <a:buSzPct val="80000"/>
              <a:buNone/>
            </a:pPr>
            <a:r>
              <a:rPr lang="es-ES" dirty="0"/>
              <a:t>Speaker </a:t>
            </a:r>
            <a:r>
              <a:rPr lang="es-ES" dirty="0" err="1"/>
              <a:t>contact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19113" y="5346700"/>
            <a:ext cx="1970087" cy="1143000"/>
          </a:xfrm>
        </p:spPr>
        <p:txBody>
          <a:bodyPr/>
          <a:lstStyle/>
          <a:p>
            <a:endParaRPr lang="es-ES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2817813" y="5346700"/>
            <a:ext cx="1970087" cy="1143000"/>
          </a:xfrm>
        </p:spPr>
        <p:txBody>
          <a:bodyPr/>
          <a:lstStyle/>
          <a:p>
            <a:endParaRPr lang="es-ES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5111019" y="5346700"/>
            <a:ext cx="1970087" cy="1143000"/>
          </a:xfrm>
        </p:spPr>
        <p:txBody>
          <a:bodyPr/>
          <a:lstStyle/>
          <a:p>
            <a:endParaRPr lang="es-ES"/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2"/>
          </p:nvPr>
        </p:nvSpPr>
        <p:spPr>
          <a:xfrm rot="240000">
            <a:off x="8359521" y="1649192"/>
            <a:ext cx="3072384" cy="3072384"/>
          </a:xfrm>
          <a:prstGeom prst="ellipse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  <p:txBody>
          <a:bodyPr/>
          <a:lstStyle/>
          <a:p>
            <a:endParaRPr lang="en-US" dirty="0"/>
          </a:p>
        </p:txBody>
      </p:sp>
      <p:pic>
        <p:nvPicPr>
          <p:cNvPr id="13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4511" y="5813142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03343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2451085" y="2072640"/>
            <a:ext cx="9301180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5" name="Rectangle 14"/>
          <p:cNvSpPr/>
          <p:nvPr userDrawn="1"/>
        </p:nvSpPr>
        <p:spPr bwMode="gray">
          <a:xfrm>
            <a:off x="0" y="2072640"/>
            <a:ext cx="2286000" cy="22860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686216" y="2841692"/>
            <a:ext cx="8829923" cy="747897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lang="en-US" sz="5400" b="0" cap="none" spc="-100" baseline="0" dirty="0" smtClean="0">
                <a:ln w="3175">
                  <a:noFill/>
                </a:ln>
                <a:solidFill>
                  <a:schemeClr val="tx1">
                    <a:lumMod val="50000"/>
                    <a:lumOff val="50000"/>
                    <a:alpha val="99000"/>
                  </a:schemeClr>
                </a:solidFill>
                <a:effectLst/>
                <a:latin typeface="Segoe UI Light" pitchFamily="34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Section title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233680" y="2631409"/>
            <a:ext cx="1809714" cy="1093370"/>
            <a:chOff x="1411369" y="3975421"/>
            <a:chExt cx="1714604" cy="1035908"/>
          </a:xfrm>
        </p:grpSpPr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900471" y="3975421"/>
              <a:ext cx="1225502" cy="656717"/>
            </a:xfrm>
            <a:custGeom>
              <a:avLst/>
              <a:gdLst>
                <a:gd name="T0" fmla="*/ 138 w 189"/>
                <a:gd name="T1" fmla="*/ 0 h 101"/>
                <a:gd name="T2" fmla="*/ 94 w 189"/>
                <a:gd name="T3" fmla="*/ 26 h 101"/>
                <a:gd name="T4" fmla="*/ 75 w 189"/>
                <a:gd name="T5" fmla="*/ 21 h 101"/>
                <a:gd name="T6" fmla="*/ 40 w 189"/>
                <a:gd name="T7" fmla="*/ 42 h 101"/>
                <a:gd name="T8" fmla="*/ 29 w 189"/>
                <a:gd name="T9" fmla="*/ 40 h 101"/>
                <a:gd name="T10" fmla="*/ 0 w 189"/>
                <a:gd name="T11" fmla="*/ 64 h 101"/>
                <a:gd name="T12" fmla="*/ 11 w 189"/>
                <a:gd name="T13" fmla="*/ 62 h 101"/>
                <a:gd name="T14" fmla="*/ 30 w 189"/>
                <a:gd name="T15" fmla="*/ 66 h 101"/>
                <a:gd name="T16" fmla="*/ 82 w 189"/>
                <a:gd name="T17" fmla="*/ 39 h 101"/>
                <a:gd name="T18" fmla="*/ 145 w 189"/>
                <a:gd name="T19" fmla="*/ 101 h 101"/>
                <a:gd name="T20" fmla="*/ 189 w 189"/>
                <a:gd name="T21" fmla="*/ 51 h 101"/>
                <a:gd name="T22" fmla="*/ 138 w 189"/>
                <a:gd name="T2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9" h="101">
                  <a:moveTo>
                    <a:pt x="138" y="0"/>
                  </a:moveTo>
                  <a:cubicBezTo>
                    <a:pt x="119" y="0"/>
                    <a:pt x="103" y="10"/>
                    <a:pt x="94" y="26"/>
                  </a:cubicBezTo>
                  <a:cubicBezTo>
                    <a:pt x="89" y="23"/>
                    <a:pt x="82" y="21"/>
                    <a:pt x="75" y="21"/>
                  </a:cubicBezTo>
                  <a:cubicBezTo>
                    <a:pt x="60" y="21"/>
                    <a:pt x="46" y="30"/>
                    <a:pt x="40" y="42"/>
                  </a:cubicBezTo>
                  <a:cubicBezTo>
                    <a:pt x="36" y="41"/>
                    <a:pt x="33" y="40"/>
                    <a:pt x="29" y="40"/>
                  </a:cubicBezTo>
                  <a:cubicBezTo>
                    <a:pt x="15" y="40"/>
                    <a:pt x="3" y="50"/>
                    <a:pt x="0" y="64"/>
                  </a:cubicBezTo>
                  <a:cubicBezTo>
                    <a:pt x="3" y="63"/>
                    <a:pt x="7" y="62"/>
                    <a:pt x="11" y="62"/>
                  </a:cubicBezTo>
                  <a:cubicBezTo>
                    <a:pt x="17" y="62"/>
                    <a:pt x="24" y="64"/>
                    <a:pt x="30" y="66"/>
                  </a:cubicBezTo>
                  <a:cubicBezTo>
                    <a:pt x="42" y="49"/>
                    <a:pt x="61" y="39"/>
                    <a:pt x="82" y="39"/>
                  </a:cubicBezTo>
                  <a:cubicBezTo>
                    <a:pt x="117" y="39"/>
                    <a:pt x="145" y="67"/>
                    <a:pt x="145" y="101"/>
                  </a:cubicBezTo>
                  <a:cubicBezTo>
                    <a:pt x="170" y="98"/>
                    <a:pt x="189" y="77"/>
                    <a:pt x="189" y="51"/>
                  </a:cubicBezTo>
                  <a:cubicBezTo>
                    <a:pt x="189" y="22"/>
                    <a:pt x="167" y="0"/>
                    <a:pt x="13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292929"/>
                </a:solidFill>
              </a:endParaRPr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1411369" y="4269433"/>
              <a:ext cx="1390368" cy="741896"/>
            </a:xfrm>
            <a:custGeom>
              <a:avLst/>
              <a:gdLst>
                <a:gd name="T0" fmla="*/ 157 w 214"/>
                <a:gd name="T1" fmla="*/ 0 h 114"/>
                <a:gd name="T2" fmla="*/ 107 w 214"/>
                <a:gd name="T3" fmla="*/ 29 h 114"/>
                <a:gd name="T4" fmla="*/ 86 w 214"/>
                <a:gd name="T5" fmla="*/ 23 h 114"/>
                <a:gd name="T6" fmla="*/ 46 w 214"/>
                <a:gd name="T7" fmla="*/ 48 h 114"/>
                <a:gd name="T8" fmla="*/ 34 w 214"/>
                <a:gd name="T9" fmla="*/ 45 h 114"/>
                <a:gd name="T10" fmla="*/ 0 w 214"/>
                <a:gd name="T11" fmla="*/ 80 h 114"/>
                <a:gd name="T12" fmla="*/ 34 w 214"/>
                <a:gd name="T13" fmla="*/ 114 h 114"/>
                <a:gd name="T14" fmla="*/ 86 w 214"/>
                <a:gd name="T15" fmla="*/ 114 h 114"/>
                <a:gd name="T16" fmla="*/ 157 w 214"/>
                <a:gd name="T17" fmla="*/ 114 h 114"/>
                <a:gd name="T18" fmla="*/ 214 w 214"/>
                <a:gd name="T19" fmla="*/ 57 h 114"/>
                <a:gd name="T20" fmla="*/ 157 w 214"/>
                <a:gd name="T21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4" h="114">
                  <a:moveTo>
                    <a:pt x="157" y="0"/>
                  </a:moveTo>
                  <a:cubicBezTo>
                    <a:pt x="136" y="0"/>
                    <a:pt x="117" y="11"/>
                    <a:pt x="107" y="29"/>
                  </a:cubicBezTo>
                  <a:cubicBezTo>
                    <a:pt x="101" y="25"/>
                    <a:pt x="94" y="23"/>
                    <a:pt x="86" y="23"/>
                  </a:cubicBezTo>
                  <a:cubicBezTo>
                    <a:pt x="69" y="23"/>
                    <a:pt x="54" y="33"/>
                    <a:pt x="46" y="48"/>
                  </a:cubicBezTo>
                  <a:cubicBezTo>
                    <a:pt x="42" y="46"/>
                    <a:pt x="38" y="45"/>
                    <a:pt x="34" y="45"/>
                  </a:cubicBezTo>
                  <a:cubicBezTo>
                    <a:pt x="15" y="45"/>
                    <a:pt x="0" y="61"/>
                    <a:pt x="0" y="80"/>
                  </a:cubicBezTo>
                  <a:cubicBezTo>
                    <a:pt x="0" y="99"/>
                    <a:pt x="15" y="114"/>
                    <a:pt x="34" y="114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89" y="114"/>
                    <a:pt x="214" y="89"/>
                    <a:pt x="214" y="57"/>
                  </a:cubicBezTo>
                  <a:cubicBezTo>
                    <a:pt x="214" y="25"/>
                    <a:pt x="189" y="0"/>
                    <a:pt x="15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292929"/>
                </a:solidFill>
              </a:endParaRPr>
            </a:p>
          </p:txBody>
        </p:sp>
      </p:grpSp>
      <p:pic>
        <p:nvPicPr>
          <p:cNvPr id="11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04945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B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2451085" y="2072640"/>
            <a:ext cx="9301180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15" name="Rectangle 14"/>
          <p:cNvSpPr/>
          <p:nvPr userDrawn="1"/>
        </p:nvSpPr>
        <p:spPr bwMode="gray">
          <a:xfrm>
            <a:off x="0" y="2072640"/>
            <a:ext cx="2286000" cy="22860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686216" y="2841692"/>
            <a:ext cx="8829923" cy="747897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lang="en-US" sz="5400" b="0" cap="none" spc="-100" baseline="0" dirty="0" smtClean="0">
                <a:ln w="3175">
                  <a:noFill/>
                </a:ln>
                <a:solidFill>
                  <a:schemeClr val="tx1">
                    <a:lumMod val="50000"/>
                    <a:lumOff val="50000"/>
                    <a:alpha val="99000"/>
                  </a:schemeClr>
                </a:solidFill>
                <a:effectLst/>
                <a:latin typeface="Segoe UI Light" pitchFamily="34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Section title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677" y="1900963"/>
            <a:ext cx="2629354" cy="2629354"/>
          </a:xfrm>
          <a:prstGeom prst="rect">
            <a:avLst/>
          </a:prstGeom>
        </p:spPr>
      </p:pic>
      <p:pic>
        <p:nvPicPr>
          <p:cNvPr id="7" name="Picture 2" descr="2017-logo-250x169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ATzure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5788058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53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C Slide">
    <p:bg bwMode="gray"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gray">
          <a:xfrm>
            <a:off x="2451085" y="2072640"/>
            <a:ext cx="9301180" cy="2286000"/>
          </a:xfrm>
          <a:prstGeom prst="rect">
            <a:avLst/>
          </a:prstGeom>
          <a:solidFill>
            <a:srgbClr val="0091C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 bwMode="gray">
          <a:xfrm>
            <a:off x="0" y="2072640"/>
            <a:ext cx="2286000" cy="2286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square" lIns="91404" tIns="45703" rIns="91404" bIns="45703" numCol="1" spcCol="0" rtlCol="0" anchor="ctr" anchorCtr="0" compatLnSpc="1">
            <a:prstTxWarp prst="textNoShape">
              <a:avLst/>
            </a:prstTxWarp>
          </a:bodyPr>
          <a:lstStyle/>
          <a:p>
            <a:pPr algn="ctr" defTabSz="913788" fontAlgn="base">
              <a:spcBef>
                <a:spcPct val="0"/>
              </a:spcBef>
              <a:spcAft>
                <a:spcPct val="0"/>
              </a:spcAft>
            </a:pPr>
            <a:endParaRPr lang="en-US" sz="22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233680" y="2631409"/>
            <a:ext cx="1809714" cy="1093370"/>
            <a:chOff x="1411369" y="3975421"/>
            <a:chExt cx="1714604" cy="1035908"/>
          </a:xfrm>
          <a:solidFill>
            <a:srgbClr val="00B0F0"/>
          </a:solidFill>
        </p:grpSpPr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1900471" y="3975421"/>
              <a:ext cx="1225502" cy="656717"/>
            </a:xfrm>
            <a:custGeom>
              <a:avLst/>
              <a:gdLst>
                <a:gd name="T0" fmla="*/ 138 w 189"/>
                <a:gd name="T1" fmla="*/ 0 h 101"/>
                <a:gd name="T2" fmla="*/ 94 w 189"/>
                <a:gd name="T3" fmla="*/ 26 h 101"/>
                <a:gd name="T4" fmla="*/ 75 w 189"/>
                <a:gd name="T5" fmla="*/ 21 h 101"/>
                <a:gd name="T6" fmla="*/ 40 w 189"/>
                <a:gd name="T7" fmla="*/ 42 h 101"/>
                <a:gd name="T8" fmla="*/ 29 w 189"/>
                <a:gd name="T9" fmla="*/ 40 h 101"/>
                <a:gd name="T10" fmla="*/ 0 w 189"/>
                <a:gd name="T11" fmla="*/ 64 h 101"/>
                <a:gd name="T12" fmla="*/ 11 w 189"/>
                <a:gd name="T13" fmla="*/ 62 h 101"/>
                <a:gd name="T14" fmla="*/ 30 w 189"/>
                <a:gd name="T15" fmla="*/ 66 h 101"/>
                <a:gd name="T16" fmla="*/ 82 w 189"/>
                <a:gd name="T17" fmla="*/ 39 h 101"/>
                <a:gd name="T18" fmla="*/ 145 w 189"/>
                <a:gd name="T19" fmla="*/ 101 h 101"/>
                <a:gd name="T20" fmla="*/ 189 w 189"/>
                <a:gd name="T21" fmla="*/ 51 h 101"/>
                <a:gd name="T22" fmla="*/ 138 w 189"/>
                <a:gd name="T2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9" h="101">
                  <a:moveTo>
                    <a:pt x="138" y="0"/>
                  </a:moveTo>
                  <a:cubicBezTo>
                    <a:pt x="119" y="0"/>
                    <a:pt x="103" y="10"/>
                    <a:pt x="94" y="26"/>
                  </a:cubicBezTo>
                  <a:cubicBezTo>
                    <a:pt x="89" y="23"/>
                    <a:pt x="82" y="21"/>
                    <a:pt x="75" y="21"/>
                  </a:cubicBezTo>
                  <a:cubicBezTo>
                    <a:pt x="60" y="21"/>
                    <a:pt x="46" y="30"/>
                    <a:pt x="40" y="42"/>
                  </a:cubicBezTo>
                  <a:cubicBezTo>
                    <a:pt x="36" y="41"/>
                    <a:pt x="33" y="40"/>
                    <a:pt x="29" y="40"/>
                  </a:cubicBezTo>
                  <a:cubicBezTo>
                    <a:pt x="15" y="40"/>
                    <a:pt x="3" y="50"/>
                    <a:pt x="0" y="64"/>
                  </a:cubicBezTo>
                  <a:cubicBezTo>
                    <a:pt x="3" y="63"/>
                    <a:pt x="7" y="62"/>
                    <a:pt x="11" y="62"/>
                  </a:cubicBezTo>
                  <a:cubicBezTo>
                    <a:pt x="17" y="62"/>
                    <a:pt x="24" y="64"/>
                    <a:pt x="30" y="66"/>
                  </a:cubicBezTo>
                  <a:cubicBezTo>
                    <a:pt x="42" y="49"/>
                    <a:pt x="61" y="39"/>
                    <a:pt x="82" y="39"/>
                  </a:cubicBezTo>
                  <a:cubicBezTo>
                    <a:pt x="117" y="39"/>
                    <a:pt x="145" y="67"/>
                    <a:pt x="145" y="101"/>
                  </a:cubicBezTo>
                  <a:cubicBezTo>
                    <a:pt x="170" y="98"/>
                    <a:pt x="189" y="77"/>
                    <a:pt x="189" y="51"/>
                  </a:cubicBezTo>
                  <a:cubicBezTo>
                    <a:pt x="189" y="22"/>
                    <a:pt x="167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292929"/>
                </a:solidFill>
              </a:endParaRPr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1411369" y="4269433"/>
              <a:ext cx="1390368" cy="741896"/>
            </a:xfrm>
            <a:custGeom>
              <a:avLst/>
              <a:gdLst>
                <a:gd name="T0" fmla="*/ 157 w 214"/>
                <a:gd name="T1" fmla="*/ 0 h 114"/>
                <a:gd name="T2" fmla="*/ 107 w 214"/>
                <a:gd name="T3" fmla="*/ 29 h 114"/>
                <a:gd name="T4" fmla="*/ 86 w 214"/>
                <a:gd name="T5" fmla="*/ 23 h 114"/>
                <a:gd name="T6" fmla="*/ 46 w 214"/>
                <a:gd name="T7" fmla="*/ 48 h 114"/>
                <a:gd name="T8" fmla="*/ 34 w 214"/>
                <a:gd name="T9" fmla="*/ 45 h 114"/>
                <a:gd name="T10" fmla="*/ 0 w 214"/>
                <a:gd name="T11" fmla="*/ 80 h 114"/>
                <a:gd name="T12" fmla="*/ 34 w 214"/>
                <a:gd name="T13" fmla="*/ 114 h 114"/>
                <a:gd name="T14" fmla="*/ 86 w 214"/>
                <a:gd name="T15" fmla="*/ 114 h 114"/>
                <a:gd name="T16" fmla="*/ 157 w 214"/>
                <a:gd name="T17" fmla="*/ 114 h 114"/>
                <a:gd name="T18" fmla="*/ 214 w 214"/>
                <a:gd name="T19" fmla="*/ 57 h 114"/>
                <a:gd name="T20" fmla="*/ 157 w 214"/>
                <a:gd name="T21" fmla="*/ 0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4" h="114">
                  <a:moveTo>
                    <a:pt x="157" y="0"/>
                  </a:moveTo>
                  <a:cubicBezTo>
                    <a:pt x="136" y="0"/>
                    <a:pt x="117" y="11"/>
                    <a:pt x="107" y="29"/>
                  </a:cubicBezTo>
                  <a:cubicBezTo>
                    <a:pt x="101" y="25"/>
                    <a:pt x="94" y="23"/>
                    <a:pt x="86" y="23"/>
                  </a:cubicBezTo>
                  <a:cubicBezTo>
                    <a:pt x="69" y="23"/>
                    <a:pt x="54" y="33"/>
                    <a:pt x="46" y="48"/>
                  </a:cubicBezTo>
                  <a:cubicBezTo>
                    <a:pt x="42" y="46"/>
                    <a:pt x="38" y="45"/>
                    <a:pt x="34" y="45"/>
                  </a:cubicBezTo>
                  <a:cubicBezTo>
                    <a:pt x="15" y="45"/>
                    <a:pt x="0" y="61"/>
                    <a:pt x="0" y="80"/>
                  </a:cubicBezTo>
                  <a:cubicBezTo>
                    <a:pt x="0" y="99"/>
                    <a:pt x="15" y="114"/>
                    <a:pt x="34" y="114"/>
                  </a:cubicBezTo>
                  <a:cubicBezTo>
                    <a:pt x="86" y="114"/>
                    <a:pt x="86" y="114"/>
                    <a:pt x="86" y="114"/>
                  </a:cubicBezTo>
                  <a:cubicBezTo>
                    <a:pt x="157" y="114"/>
                    <a:pt x="157" y="114"/>
                    <a:pt x="157" y="114"/>
                  </a:cubicBezTo>
                  <a:cubicBezTo>
                    <a:pt x="189" y="114"/>
                    <a:pt x="214" y="89"/>
                    <a:pt x="214" y="57"/>
                  </a:cubicBezTo>
                  <a:cubicBezTo>
                    <a:pt x="214" y="25"/>
                    <a:pt x="189" y="0"/>
                    <a:pt x="1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rgbClr val="292929"/>
                </a:solidFill>
              </a:endParaRPr>
            </a:p>
          </p:txBody>
        </p:sp>
      </p:grpSp>
      <p:sp>
        <p:nvSpPr>
          <p:cNvPr id="11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686216" y="2841692"/>
            <a:ext cx="8829923" cy="747897"/>
          </a:xfrm>
        </p:spPr>
        <p:txBody>
          <a:bodyPr vert="horz" wrap="square" lIns="0" tIns="0" rIns="0" bIns="0" rtlCol="0" anchor="ctr">
            <a:spAutoFit/>
          </a:bodyPr>
          <a:lstStyle>
            <a:lvl1pPr marL="0" indent="0">
              <a:buNone/>
              <a:defRPr lang="en-US" sz="5400" b="0" cap="none" spc="-100" baseline="0" dirty="0" smtClean="0">
                <a:ln w="3175">
                  <a:noFill/>
                </a:ln>
                <a:solidFill>
                  <a:schemeClr val="bg1">
                    <a:alpha val="99000"/>
                  </a:schemeClr>
                </a:solidFill>
                <a:effectLst/>
                <a:latin typeface="Segoe UI Light" pitchFamily="34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Section title</a:t>
            </a:r>
          </a:p>
        </p:txBody>
      </p:sp>
      <p:pic>
        <p:nvPicPr>
          <p:cNvPr id="12" name="Picture 2" descr="2017-logo-250x16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983" y="5888132"/>
            <a:ext cx="1331908" cy="90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CATzure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2" y="5816339"/>
            <a:ext cx="1044858" cy="104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23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4/19/2017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2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671" r:id="rId2"/>
    <p:sldLayoutId id="2147483719" r:id="rId3"/>
    <p:sldLayoutId id="2147483727" r:id="rId4"/>
    <p:sldLayoutId id="2147483721" r:id="rId5"/>
    <p:sldLayoutId id="2147483728" r:id="rId6"/>
    <p:sldLayoutId id="2147483725" r:id="rId7"/>
    <p:sldLayoutId id="2147483720" r:id="rId8"/>
    <p:sldLayoutId id="2147483722" r:id="rId9"/>
    <p:sldLayoutId id="2147483723" r:id="rId10"/>
    <p:sldLayoutId id="2147483726" r:id="rId11"/>
    <p:sldLayoutId id="2147483729" r:id="rId12"/>
    <p:sldLayoutId id="2147483676" r:id="rId13"/>
    <p:sldLayoutId id="2147483679" r:id="rId14"/>
    <p:sldLayoutId id="2147483711" r:id="rId15"/>
    <p:sldLayoutId id="2147483716" r:id="rId16"/>
    <p:sldLayoutId id="2147483732" r:id="rId17"/>
    <p:sldLayoutId id="2147483713" r:id="rId18"/>
    <p:sldLayoutId id="2147483718" r:id="rId19"/>
    <p:sldLayoutId id="2147483717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eetup.com/es-ES/CATzure/" TargetMode="External"/><Relationship Id="rId3" Type="http://schemas.openxmlformats.org/officeDocument/2006/relationships/image" Target="../media/image16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twitter.com/robyenbarcelona" TargetMode="External"/><Relationship Id="rId11" Type="http://schemas.openxmlformats.org/officeDocument/2006/relationships/image" Target="../media/image19.png"/><Relationship Id="rId5" Type="http://schemas.openxmlformats.org/officeDocument/2006/relationships/image" Target="../media/image17.png"/><Relationship Id="rId10" Type="http://schemas.openxmlformats.org/officeDocument/2006/relationships/hyperlink" Target="http://labs.sogeti.com/" TargetMode="External"/><Relationship Id="rId4" Type="http://schemas.openxmlformats.org/officeDocument/2006/relationships/hyperlink" Target="https://github.com/robertoenbarcelona" TargetMode="External"/><Relationship Id="rId9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obertoenbarcelona/documentDbhol" TargetMode="External"/><Relationship Id="rId2" Type="http://schemas.openxmlformats.org/officeDocument/2006/relationships/hyperlink" Target="https://github.com/robertoenbarcelona/documentDbhol/tree/master/sln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DocumentDb</a:t>
            </a:r>
            <a:r>
              <a:rPr lang="es-ES" dirty="0"/>
              <a:t> </a:t>
            </a:r>
            <a:r>
              <a:rPr lang="es-ES" dirty="0" err="1"/>
              <a:t>powered</a:t>
            </a:r>
            <a:r>
              <a:rPr lang="es-ES" dirty="0"/>
              <a:t> app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Roberto Grassi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" dirty="0"/>
              <a:t>Creando una web app con </a:t>
            </a:r>
            <a:r>
              <a:rPr lang="es-ES" dirty="0" err="1"/>
              <a:t>DocumentDb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62679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1035299" y="237745"/>
            <a:ext cx="10515600" cy="1325563"/>
          </a:xfrm>
        </p:spPr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263256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257728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Roberto Grassi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40000">
            <a:off x="8359775" y="1649413"/>
            <a:ext cx="3071813" cy="3071812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76701" y="2510035"/>
            <a:ext cx="7049316" cy="3093324"/>
          </a:xfrm>
        </p:spPr>
        <p:txBody>
          <a:bodyPr/>
          <a:lstStyle/>
          <a:p>
            <a:r>
              <a:rPr lang="en-US" dirty="0"/>
              <a:t>Software architect and cloud passionate</a:t>
            </a:r>
          </a:p>
          <a:p>
            <a:r>
              <a:rPr lang="en-US" dirty="0"/>
              <a:t>Tech writer for </a:t>
            </a:r>
            <a:r>
              <a:rPr lang="en-US" dirty="0" err="1"/>
              <a:t>SogetiLab</a:t>
            </a:r>
            <a:endParaRPr lang="en-US" dirty="0"/>
          </a:p>
          <a:p>
            <a:r>
              <a:rPr lang="en-US" dirty="0" err="1"/>
              <a:t>dotNet</a:t>
            </a:r>
            <a:r>
              <a:rPr lang="en-US" dirty="0"/>
              <a:t> enthusiastic developer</a:t>
            </a:r>
          </a:p>
          <a:p>
            <a:r>
              <a:rPr lang="en-US" dirty="0"/>
              <a:t>Fisher and nature passionate</a:t>
            </a:r>
          </a:p>
          <a:p>
            <a:r>
              <a:rPr lang="en-US" dirty="0"/>
              <a:t>Find me at: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hlinkClick r:id="rId4"/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305" y="4901005"/>
            <a:ext cx="532839" cy="532839"/>
          </a:xfrm>
          <a:prstGeom prst="rect">
            <a:avLst/>
          </a:prstGeom>
        </p:spPr>
      </p:pic>
      <p:pic>
        <p:nvPicPr>
          <p:cNvPr id="8" name="Picture 7" descr="http://marketingland.com/wp-content/ml-loads/2012/06/new-twitter-logo.png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4096" y="4901005"/>
            <a:ext cx="517229" cy="517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hlinkClick r:id="rId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0124" y="4901005"/>
            <a:ext cx="517229" cy="517229"/>
          </a:xfrm>
          <a:prstGeom prst="rect">
            <a:avLst/>
          </a:prstGeom>
        </p:spPr>
      </p:pic>
      <p:pic>
        <p:nvPicPr>
          <p:cNvPr id="10" name="Picture 32" descr="Sogeti-labs-logga150209.png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388" y="5007654"/>
            <a:ext cx="1472663" cy="31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071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 err="1"/>
              <a:t>DocumentDb</a:t>
            </a:r>
            <a:r>
              <a:rPr lang="es-ES" dirty="0"/>
              <a:t> </a:t>
            </a:r>
            <a:r>
              <a:rPr lang="es-ES" dirty="0" err="1"/>
              <a:t>powered</a:t>
            </a:r>
            <a:r>
              <a:rPr lang="es-ES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102263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Azure </a:t>
            </a:r>
            <a:r>
              <a:rPr lang="en-US" b="1" dirty="0" err="1"/>
              <a:t>DocumentDB</a:t>
            </a:r>
            <a:r>
              <a:rPr lang="en-US" dirty="0"/>
              <a:t> is a fully-managed, highly-scalable, NoSQL document database service provided by Azure.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 Its many benefits include:</a:t>
            </a:r>
          </a:p>
          <a:p>
            <a:pPr lvl="1"/>
            <a:r>
              <a:rPr lang="en-US" dirty="0"/>
              <a:t> rich query over a schema-free JSON data model</a:t>
            </a:r>
          </a:p>
          <a:p>
            <a:pPr lvl="1"/>
            <a:r>
              <a:rPr lang="en-US" dirty="0"/>
              <a:t> transactional execution of JavaScript logic</a:t>
            </a:r>
          </a:p>
          <a:p>
            <a:pPr lvl="1"/>
            <a:r>
              <a:rPr lang="en-US" dirty="0"/>
              <a:t> scalable storage and throughput</a:t>
            </a:r>
          </a:p>
          <a:p>
            <a:pPr lvl="1"/>
            <a:r>
              <a:rPr lang="en-US" dirty="0"/>
              <a:t> Rich rest API to interact with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Sdks</a:t>
            </a:r>
            <a:r>
              <a:rPr lang="en-US" dirty="0"/>
              <a:t> ready for almost all technology stack</a:t>
            </a:r>
          </a:p>
          <a:p>
            <a:endParaRPr lang="es-E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DocumentDb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6570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 </a:t>
            </a:r>
            <a:r>
              <a:rPr lang="en-US" dirty="0"/>
              <a:t>In this lab, you will learn how to build a to-do list web application using Azure </a:t>
            </a:r>
            <a:r>
              <a:rPr lang="en-US" dirty="0" err="1"/>
              <a:t>DocumentDB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web application will be a C# MVC application</a:t>
            </a:r>
            <a:br>
              <a:rPr lang="en-US" dirty="0"/>
            </a:br>
            <a:endParaRPr lang="en-US" dirty="0"/>
          </a:p>
          <a:p>
            <a:r>
              <a:rPr lang="en-US" dirty="0"/>
              <a:t> The goal will be wire the basic CRUD operations to methods that use </a:t>
            </a:r>
            <a:r>
              <a:rPr lang="en-US" dirty="0" err="1"/>
              <a:t>DocumentDB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Hands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Lab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6353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lab includes instructions for the following tasks:</a:t>
            </a:r>
          </a:p>
          <a:p>
            <a:pPr lvl="1"/>
            <a:r>
              <a:rPr lang="en-US" dirty="0"/>
              <a:t>Creating a </a:t>
            </a:r>
            <a:r>
              <a:rPr lang="en-US" dirty="0" err="1"/>
              <a:t>DocumentDB</a:t>
            </a:r>
            <a:r>
              <a:rPr lang="en-US" dirty="0"/>
              <a:t> database account</a:t>
            </a:r>
          </a:p>
          <a:p>
            <a:pPr lvl="1"/>
            <a:r>
              <a:rPr lang="en-US" dirty="0"/>
              <a:t>Creating a new ASP.NET MVC application</a:t>
            </a:r>
          </a:p>
          <a:p>
            <a:pPr lvl="1"/>
            <a:r>
              <a:rPr lang="en-US" dirty="0"/>
              <a:t>Adding </a:t>
            </a:r>
            <a:r>
              <a:rPr lang="en-US" dirty="0" err="1"/>
              <a:t>DocumentDB</a:t>
            </a:r>
            <a:r>
              <a:rPr lang="en-US" dirty="0"/>
              <a:t> to your project</a:t>
            </a:r>
          </a:p>
          <a:p>
            <a:pPr lvl="1"/>
            <a:r>
              <a:rPr lang="en-US" dirty="0"/>
              <a:t>Setting up the ASP.NET MVC application</a:t>
            </a:r>
          </a:p>
          <a:p>
            <a:pPr lvl="1"/>
            <a:r>
              <a:rPr lang="en-US" dirty="0"/>
              <a:t>Wiring up </a:t>
            </a:r>
            <a:r>
              <a:rPr lang="en-US" dirty="0" err="1"/>
              <a:t>DocumentDB</a:t>
            </a:r>
            <a:r>
              <a:rPr lang="en-US" dirty="0"/>
              <a:t>: create, update, get, delete and search</a:t>
            </a:r>
          </a:p>
          <a:p>
            <a:pPr lvl="1"/>
            <a:r>
              <a:rPr lang="en-US" dirty="0"/>
              <a:t>Running the application locally</a:t>
            </a:r>
          </a:p>
          <a:p>
            <a:pPr lvl="1"/>
            <a:endParaRPr lang="en-US" dirty="0"/>
          </a:p>
          <a:p>
            <a:r>
              <a:rPr lang="en-US" dirty="0"/>
              <a:t> Explications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  <a:p>
            <a:r>
              <a:rPr lang="en-US" dirty="0"/>
              <a:t> Clone </a:t>
            </a:r>
            <a:r>
              <a:rPr lang="en-US" dirty="0">
                <a:hlinkClick r:id="rId3"/>
              </a:rPr>
              <a:t>repository</a:t>
            </a:r>
            <a:r>
              <a:rPr lang="en-US" dirty="0"/>
              <a:t> to get the 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Hands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Lab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90554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 err="1"/>
              <a:t>DocumentDb</a:t>
            </a:r>
            <a:r>
              <a:rPr lang="es-ES" dirty="0"/>
              <a:t> </a:t>
            </a:r>
            <a:r>
              <a:rPr lang="es-ES" dirty="0" err="1"/>
              <a:t>powered</a:t>
            </a:r>
            <a:r>
              <a:rPr lang="es-ES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247811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81061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4162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black">
        <a:solidFill>
          <a:schemeClr val="accent2"/>
        </a:solidFill>
        <a:ln>
          <a:noFill/>
        </a:ln>
        <a:extLst/>
      </a:spPr>
      <a:bodyPr vert="horz" wrap="square" lIns="82305" tIns="41153" rIns="82305" bIns="41153" numCol="1" anchor="t" anchorCtr="0" compatLnSpc="1">
        <a:prstTxWarp prst="textNoShape">
          <a:avLst/>
        </a:prstTxWarp>
      </a:bodyPr>
      <a:lstStyle>
        <a:defPPr defTabSz="1218987">
          <a:defRPr sz="1600">
            <a:solidFill>
              <a:srgbClr val="292929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A4849AD-65CA-4CDD-87B0-7F56EA6DF7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152</Words>
  <Application>Microsoft Office PowerPoint</Application>
  <PresentationFormat>Widescreen</PresentationFormat>
  <Paragraphs>41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Segoe UI Light</vt:lpstr>
      <vt:lpstr>Wingdings</vt:lpstr>
      <vt:lpstr>Office Theme</vt:lpstr>
      <vt:lpstr>DocumentDb powered app</vt:lpstr>
      <vt:lpstr>PowerPoint Presentation</vt:lpstr>
      <vt:lpstr>PowerPoint Presentation</vt:lpstr>
      <vt:lpstr>PowerPoint Presentation</vt:lpstr>
      <vt:lpstr>PowerPoint Presentation</vt:lpstr>
      <vt:lpstr>DocumentDb</vt:lpstr>
      <vt:lpstr>Hands on Lab</vt:lpstr>
      <vt:lpstr>Hands on Lab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Bienvenidos al Global Windows Azure Bootcamp</dc:title>
  <dc:creator/>
  <cp:keywords/>
  <cp:lastModifiedBy/>
  <cp:revision>2</cp:revision>
  <dcterms:created xsi:type="dcterms:W3CDTF">2014-03-08T16:44:29Z</dcterms:created>
  <dcterms:modified xsi:type="dcterms:W3CDTF">2017-04-19T11:04:17Z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